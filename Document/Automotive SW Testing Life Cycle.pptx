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7" r:id="rId3"/>
    <p:sldId id="261" r:id="rId4"/>
    <p:sldId id="273"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4" r:id="rId18"/>
    <p:sldId id="276" r:id="rId19"/>
    <p:sldId id="277" r:id="rId20"/>
    <p:sldId id="275" r:id="rId21"/>
    <p:sldId id="272" r:id="rId22"/>
  </p:sldIdLst>
  <p:sldSz cx="10969625" cy="6170613"/>
  <p:notesSz cx="6858000" cy="9144000"/>
  <p:custDataLst>
    <p:tags r:id="rId23"/>
  </p:custDataLst>
  <p:defaultTextStyle>
    <a:defPPr>
      <a:defRPr lang="de-DE"/>
    </a:defPPr>
    <a:lvl1pPr algn="l" rtl="0" fontAlgn="base">
      <a:spcBef>
        <a:spcPct val="0"/>
      </a:spcBef>
      <a:spcAft>
        <a:spcPct val="0"/>
      </a:spcAft>
      <a:buFontTx/>
      <a:buNone/>
      <a:defRPr lang="en-US" sz="1800" b="0" i="0" u="none" kern="1200">
        <a:solidFill>
          <a:schemeClr val="tx1"/>
        </a:solidFill>
        <a:latin typeface="Bosch Office Sans" pitchFamily="2" charset="0"/>
        <a:ea typeface="+mn-ea"/>
        <a:cs typeface="+mn-cs"/>
      </a:defRPr>
    </a:lvl1pPr>
    <a:lvl2pPr marL="456971" algn="l" rtl="0" fontAlgn="base">
      <a:spcBef>
        <a:spcPct val="0"/>
      </a:spcBef>
      <a:spcAft>
        <a:spcPct val="0"/>
      </a:spcAft>
      <a:defRPr kern="1200">
        <a:solidFill>
          <a:schemeClr val="tx1"/>
        </a:solidFill>
        <a:latin typeface="Bosch Office Sans" pitchFamily="34" charset="0"/>
        <a:ea typeface="+mn-ea"/>
        <a:cs typeface="+mn-cs"/>
      </a:defRPr>
    </a:lvl2pPr>
    <a:lvl3pPr marL="913943" algn="l" rtl="0" fontAlgn="base">
      <a:spcBef>
        <a:spcPct val="0"/>
      </a:spcBef>
      <a:spcAft>
        <a:spcPct val="0"/>
      </a:spcAft>
      <a:defRPr kern="1200">
        <a:solidFill>
          <a:schemeClr val="tx1"/>
        </a:solidFill>
        <a:latin typeface="Bosch Office Sans" pitchFamily="34" charset="0"/>
        <a:ea typeface="+mn-ea"/>
        <a:cs typeface="+mn-cs"/>
      </a:defRPr>
    </a:lvl3pPr>
    <a:lvl4pPr marL="1370914" algn="l" rtl="0" fontAlgn="base">
      <a:spcBef>
        <a:spcPct val="0"/>
      </a:spcBef>
      <a:spcAft>
        <a:spcPct val="0"/>
      </a:spcAft>
      <a:defRPr kern="1200">
        <a:solidFill>
          <a:schemeClr val="tx1"/>
        </a:solidFill>
        <a:latin typeface="Bosch Office Sans" pitchFamily="34" charset="0"/>
        <a:ea typeface="+mn-ea"/>
        <a:cs typeface="+mn-cs"/>
      </a:defRPr>
    </a:lvl4pPr>
    <a:lvl5pPr marL="1827886" algn="l" rtl="0" fontAlgn="base">
      <a:spcBef>
        <a:spcPct val="0"/>
      </a:spcBef>
      <a:spcAft>
        <a:spcPct val="0"/>
      </a:spcAft>
      <a:defRPr kern="1200">
        <a:solidFill>
          <a:schemeClr val="tx1"/>
        </a:solidFill>
        <a:latin typeface="Bosch Office Sans" pitchFamily="34" charset="0"/>
        <a:ea typeface="+mn-ea"/>
        <a:cs typeface="+mn-cs"/>
      </a:defRPr>
    </a:lvl5pPr>
    <a:lvl6pPr marL="2284857" algn="l" defTabSz="913943" rtl="0" eaLnBrk="1" latinLnBrk="0" hangingPunct="1">
      <a:defRPr kern="1200">
        <a:solidFill>
          <a:schemeClr val="tx1"/>
        </a:solidFill>
        <a:latin typeface="Bosch Office Sans" pitchFamily="34" charset="0"/>
        <a:ea typeface="+mn-ea"/>
        <a:cs typeface="+mn-cs"/>
      </a:defRPr>
    </a:lvl6pPr>
    <a:lvl7pPr marL="2741828" algn="l" defTabSz="913943" rtl="0" eaLnBrk="1" latinLnBrk="0" hangingPunct="1">
      <a:defRPr kern="1200">
        <a:solidFill>
          <a:schemeClr val="tx1"/>
        </a:solidFill>
        <a:latin typeface="Bosch Office Sans" pitchFamily="34" charset="0"/>
        <a:ea typeface="+mn-ea"/>
        <a:cs typeface="+mn-cs"/>
      </a:defRPr>
    </a:lvl7pPr>
    <a:lvl8pPr marL="3198800" algn="l" defTabSz="913943" rtl="0" eaLnBrk="1" latinLnBrk="0" hangingPunct="1">
      <a:defRPr kern="1200">
        <a:solidFill>
          <a:schemeClr val="tx1"/>
        </a:solidFill>
        <a:latin typeface="Bosch Office Sans" pitchFamily="34" charset="0"/>
        <a:ea typeface="+mn-ea"/>
        <a:cs typeface="+mn-cs"/>
      </a:defRPr>
    </a:lvl8pPr>
    <a:lvl9pPr marL="3655771" algn="l" defTabSz="913943" rtl="0" eaLnBrk="1" latinLnBrk="0" hangingPunct="1">
      <a:defRPr kern="1200">
        <a:solidFill>
          <a:schemeClr val="tx1"/>
        </a:solidFill>
        <a:latin typeface="Bosch Office Sans"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7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 name="Subtitle 2" hidden="1"/>
          <p:cNvSpPr>
            <a:spLocks noGrp="1"/>
          </p:cNvSpPr>
          <p:nvPr>
            <p:ph type="subTitle" idx="1"/>
            <p:custDataLst>
              <p:tags r:id="rId1"/>
            </p:custDataLst>
          </p:nvPr>
        </p:nvSpPr>
        <p:spPr>
          <a:xfrm>
            <a:off x="0" y="0"/>
            <a:ext cx="1270000" cy="12700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t">
            <a:noAutofit/>
          </a:bodyPr>
          <a:lstStyle>
            <a:lvl1pPr marL="0" indent="0" algn="l">
              <a:lnSpc>
                <a:spcPct val="100000"/>
              </a:lnSpc>
              <a:spcBef>
                <a:spcPts val="0"/>
              </a:spcBef>
              <a:spcAft>
                <a:spcPts val="0"/>
              </a:spcAft>
              <a:buClrTx/>
              <a:buSzPct val="100000"/>
              <a:buFontTx/>
              <a:buNone/>
              <a:defRPr sz="100" b="0" i="0" u="none" spc="0">
                <a:solidFill>
                  <a:schemeClr val="tx1"/>
                </a:solidFill>
                <a:latin typeface="Bosch Office Sans" pitchFamily="2" charset="0"/>
              </a:defRPr>
            </a:lvl1pPr>
            <a:lvl2pPr marL="411358" indent="0" algn="ctr">
              <a:buNone/>
              <a:defRPr sz="1799"/>
            </a:lvl2pPr>
            <a:lvl3pPr marL="822716" indent="0" algn="ctr">
              <a:buNone/>
              <a:defRPr sz="1619"/>
            </a:lvl3pPr>
            <a:lvl4pPr marL="1234075" indent="0" algn="ctr">
              <a:buNone/>
              <a:defRPr sz="1440"/>
            </a:lvl4pPr>
            <a:lvl5pPr marL="1645433" indent="0" algn="ctr">
              <a:buNone/>
              <a:defRPr sz="1440"/>
            </a:lvl5pPr>
            <a:lvl6pPr marL="2056792" indent="0" algn="ctr">
              <a:buNone/>
              <a:defRPr sz="1440"/>
            </a:lvl6pPr>
            <a:lvl7pPr marL="2468150" indent="0" algn="ctr">
              <a:buNone/>
              <a:defRPr sz="1440"/>
            </a:lvl7pPr>
            <a:lvl8pPr marL="2879509" indent="0" algn="ctr">
              <a:buNone/>
              <a:defRPr sz="1440"/>
            </a:lvl8pPr>
            <a:lvl9pPr marL="3290867" indent="0" algn="ctr">
              <a:buNone/>
              <a:defRPr sz="1440"/>
            </a:lvl9pPr>
          </a:lstStyle>
          <a:p>
            <a:r>
              <a:rPr lang="en-US" smtClean="0"/>
              <a:t>Click to edit Master subtitle style</a:t>
            </a:r>
            <a:endParaRPr lang="de-DE" dirty="0"/>
          </a:p>
        </p:txBody>
      </p:sp>
      <p:sp>
        <p:nvSpPr>
          <p:cNvPr id="2" name="Title 1"/>
          <p:cNvSpPr>
            <a:spLocks noGrp="1"/>
          </p:cNvSpPr>
          <p:nvPr>
            <p:ph type="ctrTitle"/>
            <p:custDataLst>
              <p:tags r:id="rId2"/>
            </p:custDataLst>
          </p:nvPr>
        </p:nvSpPr>
        <p:spPr>
          <a:xfrm>
            <a:off x="259080" y="259080"/>
            <a:ext cx="9872980" cy="520446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chorCtr="0">
            <a:normAutofit/>
          </a:bodyPr>
          <a:lstStyle>
            <a:lvl1pPr algn="l">
              <a:lnSpc>
                <a:spcPct val="90000"/>
              </a:lnSpc>
              <a:spcBef>
                <a:spcPts val="0"/>
              </a:spcBef>
              <a:spcAft>
                <a:spcPts val="0"/>
              </a:spcAft>
              <a:buFontTx/>
              <a:buNone/>
              <a:defRPr sz="8000" b="0" i="0" u="none" cap="all" spc="0">
                <a:solidFill>
                  <a:srgbClr val="FFFFFF"/>
                </a:solidFill>
                <a:latin typeface="Bosch Office Sans" pitchFamily="2" charset="0"/>
              </a:defRPr>
            </a:lvl1pPr>
          </a:lstStyle>
          <a:p>
            <a:r>
              <a:rPr lang="en-US" smtClean="0"/>
              <a:t>Click to edit Master title style</a:t>
            </a:r>
            <a:endParaRPr lang="de-DE" dirty="0"/>
          </a:p>
        </p:txBody>
      </p:sp>
    </p:spTree>
    <p:extLst>
      <p:ext uri="{BB962C8B-B14F-4D97-AF65-F5344CB8AC3E}">
        <p14:creationId xmlns:p14="http://schemas.microsoft.com/office/powerpoint/2010/main" val="2424997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extLst>
      <p:ext uri="{BB962C8B-B14F-4D97-AF65-F5344CB8AC3E}">
        <p14:creationId xmlns:p14="http://schemas.microsoft.com/office/powerpoint/2010/main" val="3380746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49230" y="1538290"/>
            <a:ext cx="9460586" cy="2566987"/>
          </a:xfrm>
        </p:spPr>
        <p:txBody>
          <a:bodyPr anchor="b"/>
          <a:lstStyle>
            <a:lvl1pPr>
              <a:defRPr sz="5398"/>
            </a:lvl1pPr>
          </a:lstStyle>
          <a:p>
            <a:r>
              <a:rPr lang="en-US" smtClean="0"/>
              <a:t>Click to edit Master title style</a:t>
            </a:r>
            <a:endParaRPr lang="de-DE"/>
          </a:p>
        </p:txBody>
      </p:sp>
      <p:sp>
        <p:nvSpPr>
          <p:cNvPr id="3" name="Text Placeholder 2"/>
          <p:cNvSpPr>
            <a:spLocks noGrp="1"/>
          </p:cNvSpPr>
          <p:nvPr>
            <p:ph type="body" idx="1"/>
          </p:nvPr>
        </p:nvSpPr>
        <p:spPr>
          <a:xfrm>
            <a:off x="749230" y="4129088"/>
            <a:ext cx="9460586" cy="1350962"/>
          </a:xfrm>
        </p:spPr>
        <p:txBody>
          <a:bodyPr/>
          <a:lstStyle>
            <a:lvl1pPr marL="0" indent="0">
              <a:buNone/>
              <a:defRPr sz="2159">
                <a:solidFill>
                  <a:schemeClr val="tx1">
                    <a:tint val="75000"/>
                  </a:schemeClr>
                </a:solidFill>
              </a:defRPr>
            </a:lvl1pPr>
            <a:lvl2pPr marL="411358" indent="0">
              <a:buNone/>
              <a:defRPr sz="1799">
                <a:solidFill>
                  <a:schemeClr val="tx1">
                    <a:tint val="75000"/>
                  </a:schemeClr>
                </a:solidFill>
              </a:defRPr>
            </a:lvl2pPr>
            <a:lvl3pPr marL="822716" indent="0">
              <a:buNone/>
              <a:defRPr sz="1619">
                <a:solidFill>
                  <a:schemeClr val="tx1">
                    <a:tint val="75000"/>
                  </a:schemeClr>
                </a:solidFill>
              </a:defRPr>
            </a:lvl3pPr>
            <a:lvl4pPr marL="1234075" indent="0">
              <a:buNone/>
              <a:defRPr sz="1440">
                <a:solidFill>
                  <a:schemeClr val="tx1">
                    <a:tint val="75000"/>
                  </a:schemeClr>
                </a:solidFill>
              </a:defRPr>
            </a:lvl4pPr>
            <a:lvl5pPr marL="1645433" indent="0">
              <a:buNone/>
              <a:defRPr sz="1440">
                <a:solidFill>
                  <a:schemeClr val="tx1">
                    <a:tint val="75000"/>
                  </a:schemeClr>
                </a:solidFill>
              </a:defRPr>
            </a:lvl5pPr>
            <a:lvl6pPr marL="2056792" indent="0">
              <a:buNone/>
              <a:defRPr sz="1440">
                <a:solidFill>
                  <a:schemeClr val="tx1">
                    <a:tint val="75000"/>
                  </a:schemeClr>
                </a:solidFill>
              </a:defRPr>
            </a:lvl6pPr>
            <a:lvl7pPr marL="2468150" indent="0">
              <a:buNone/>
              <a:defRPr sz="1440">
                <a:solidFill>
                  <a:schemeClr val="tx1">
                    <a:tint val="75000"/>
                  </a:schemeClr>
                </a:solidFill>
              </a:defRPr>
            </a:lvl7pPr>
            <a:lvl8pPr marL="2879509" indent="0">
              <a:buNone/>
              <a:defRPr sz="1440">
                <a:solidFill>
                  <a:schemeClr val="tx1">
                    <a:tint val="75000"/>
                  </a:schemeClr>
                </a:solidFill>
              </a:defRPr>
            </a:lvl8pPr>
            <a:lvl9pPr marL="3290867" indent="0">
              <a:buNone/>
              <a:defRPr sz="1440">
                <a:solidFill>
                  <a:schemeClr val="tx1">
                    <a:tint val="75000"/>
                  </a:schemeClr>
                </a:solidFill>
              </a:defRPr>
            </a:lvl9pPr>
          </a:lstStyle>
          <a:p>
            <a:pPr lvl="0"/>
            <a:r>
              <a:rPr lang="en-US" smtClean="0"/>
              <a:t>Edit Master text styles</a:t>
            </a:r>
          </a:p>
        </p:txBody>
      </p:sp>
    </p:spTree>
    <p:extLst>
      <p:ext uri="{BB962C8B-B14F-4D97-AF65-F5344CB8AC3E}">
        <p14:creationId xmlns:p14="http://schemas.microsoft.com/office/powerpoint/2010/main" val="1868002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345567" y="1296000"/>
            <a:ext cx="4861931" cy="4168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5759445" y="1295999"/>
            <a:ext cx="4861931" cy="4168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extLst>
      <p:ext uri="{BB962C8B-B14F-4D97-AF65-F5344CB8AC3E}">
        <p14:creationId xmlns:p14="http://schemas.microsoft.com/office/powerpoint/2010/main" val="2219513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5580" y="328613"/>
            <a:ext cx="9460586" cy="1192212"/>
          </a:xfrm>
        </p:spPr>
        <p:txBody>
          <a:bodyPr/>
          <a:lstStyle/>
          <a:p>
            <a:r>
              <a:rPr lang="en-US" smtClean="0"/>
              <a:t>Click to edit Master title style</a:t>
            </a:r>
            <a:endParaRPr lang="de-DE"/>
          </a:p>
        </p:txBody>
      </p:sp>
      <p:sp>
        <p:nvSpPr>
          <p:cNvPr id="3" name="Text Placeholder 2"/>
          <p:cNvSpPr>
            <a:spLocks noGrp="1"/>
          </p:cNvSpPr>
          <p:nvPr>
            <p:ph type="body" idx="1"/>
          </p:nvPr>
        </p:nvSpPr>
        <p:spPr>
          <a:xfrm>
            <a:off x="755580" y="1512888"/>
            <a:ext cx="4641401" cy="741362"/>
          </a:xfrm>
        </p:spPr>
        <p:txBody>
          <a:bodyPr anchor="b"/>
          <a:lstStyle>
            <a:lvl1pPr marL="0" indent="0">
              <a:buNone/>
              <a:defRPr sz="2159" b="1"/>
            </a:lvl1pPr>
            <a:lvl2pPr marL="411358" indent="0">
              <a:buNone/>
              <a:defRPr sz="1799" b="1"/>
            </a:lvl2pPr>
            <a:lvl3pPr marL="822716" indent="0">
              <a:buNone/>
              <a:defRPr sz="1619" b="1"/>
            </a:lvl3pPr>
            <a:lvl4pPr marL="1234075" indent="0">
              <a:buNone/>
              <a:defRPr sz="1440" b="1"/>
            </a:lvl4pPr>
            <a:lvl5pPr marL="1645433" indent="0">
              <a:buNone/>
              <a:defRPr sz="1440" b="1"/>
            </a:lvl5pPr>
            <a:lvl6pPr marL="2056792" indent="0">
              <a:buNone/>
              <a:defRPr sz="1440" b="1"/>
            </a:lvl6pPr>
            <a:lvl7pPr marL="2468150" indent="0">
              <a:buNone/>
              <a:defRPr sz="1440" b="1"/>
            </a:lvl7pPr>
            <a:lvl8pPr marL="2879509" indent="0">
              <a:buNone/>
              <a:defRPr sz="1440" b="1"/>
            </a:lvl8pPr>
            <a:lvl9pPr marL="3290867" indent="0">
              <a:buNone/>
              <a:defRPr sz="1440" b="1"/>
            </a:lvl9pPr>
          </a:lstStyle>
          <a:p>
            <a:pPr lvl="0"/>
            <a:r>
              <a:rPr lang="en-US" smtClean="0"/>
              <a:t>Edit Master text styles</a:t>
            </a:r>
          </a:p>
        </p:txBody>
      </p:sp>
      <p:sp>
        <p:nvSpPr>
          <p:cNvPr id="4" name="Content Placeholder 3"/>
          <p:cNvSpPr>
            <a:spLocks noGrp="1"/>
          </p:cNvSpPr>
          <p:nvPr>
            <p:ph sz="half" idx="2"/>
          </p:nvPr>
        </p:nvSpPr>
        <p:spPr>
          <a:xfrm>
            <a:off x="755580" y="2254251"/>
            <a:ext cx="4641401" cy="33147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a:p>
        </p:txBody>
      </p:sp>
      <p:sp>
        <p:nvSpPr>
          <p:cNvPr id="5" name="Text Placeholder 4"/>
          <p:cNvSpPr>
            <a:spLocks noGrp="1"/>
          </p:cNvSpPr>
          <p:nvPr>
            <p:ph type="body" sz="quarter" idx="3"/>
          </p:nvPr>
        </p:nvSpPr>
        <p:spPr>
          <a:xfrm>
            <a:off x="5553598" y="1512888"/>
            <a:ext cx="4662567" cy="741362"/>
          </a:xfrm>
        </p:spPr>
        <p:txBody>
          <a:bodyPr anchor="b"/>
          <a:lstStyle>
            <a:lvl1pPr marL="0" indent="0">
              <a:buNone/>
              <a:defRPr sz="2159" b="1"/>
            </a:lvl1pPr>
            <a:lvl2pPr marL="411358" indent="0">
              <a:buNone/>
              <a:defRPr sz="1799" b="1"/>
            </a:lvl2pPr>
            <a:lvl3pPr marL="822716" indent="0">
              <a:buNone/>
              <a:defRPr sz="1619" b="1"/>
            </a:lvl3pPr>
            <a:lvl4pPr marL="1234075" indent="0">
              <a:buNone/>
              <a:defRPr sz="1440" b="1"/>
            </a:lvl4pPr>
            <a:lvl5pPr marL="1645433" indent="0">
              <a:buNone/>
              <a:defRPr sz="1440" b="1"/>
            </a:lvl5pPr>
            <a:lvl6pPr marL="2056792" indent="0">
              <a:buNone/>
              <a:defRPr sz="1440" b="1"/>
            </a:lvl6pPr>
            <a:lvl7pPr marL="2468150" indent="0">
              <a:buNone/>
              <a:defRPr sz="1440" b="1"/>
            </a:lvl7pPr>
            <a:lvl8pPr marL="2879509" indent="0">
              <a:buNone/>
              <a:defRPr sz="1440" b="1"/>
            </a:lvl8pPr>
            <a:lvl9pPr marL="3290867" indent="0">
              <a:buNone/>
              <a:defRPr sz="1440" b="1"/>
            </a:lvl9pPr>
          </a:lstStyle>
          <a:p>
            <a:pPr lvl="0"/>
            <a:r>
              <a:rPr lang="en-US" smtClean="0"/>
              <a:t>Edit Master text styles</a:t>
            </a:r>
          </a:p>
        </p:txBody>
      </p:sp>
      <p:sp>
        <p:nvSpPr>
          <p:cNvPr id="6" name="Content Placeholder 5"/>
          <p:cNvSpPr>
            <a:spLocks noGrp="1"/>
          </p:cNvSpPr>
          <p:nvPr>
            <p:ph sz="quarter" idx="4"/>
          </p:nvPr>
        </p:nvSpPr>
        <p:spPr>
          <a:xfrm>
            <a:off x="5553598" y="2254251"/>
            <a:ext cx="4662567" cy="33147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extLst>
      <p:ext uri="{BB962C8B-B14F-4D97-AF65-F5344CB8AC3E}">
        <p14:creationId xmlns:p14="http://schemas.microsoft.com/office/powerpoint/2010/main" val="2326818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extLst>
      <p:ext uri="{BB962C8B-B14F-4D97-AF65-F5344CB8AC3E}">
        <p14:creationId xmlns:p14="http://schemas.microsoft.com/office/powerpoint/2010/main" val="2279446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94499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5579" y="411163"/>
            <a:ext cx="3538725" cy="1439862"/>
          </a:xfrm>
        </p:spPr>
        <p:txBody>
          <a:bodyPr anchor="b"/>
          <a:lstStyle>
            <a:lvl1pPr>
              <a:defRPr sz="2879"/>
            </a:lvl1pPr>
          </a:lstStyle>
          <a:p>
            <a:r>
              <a:rPr lang="en-US" smtClean="0"/>
              <a:t>Click to edit Master title style</a:t>
            </a:r>
            <a:endParaRPr lang="de-DE"/>
          </a:p>
        </p:txBody>
      </p:sp>
      <p:sp>
        <p:nvSpPr>
          <p:cNvPr id="3" name="Content Placeholder 2"/>
          <p:cNvSpPr>
            <a:spLocks noGrp="1"/>
          </p:cNvSpPr>
          <p:nvPr>
            <p:ph idx="1"/>
          </p:nvPr>
        </p:nvSpPr>
        <p:spPr>
          <a:xfrm>
            <a:off x="4662566" y="889001"/>
            <a:ext cx="5553598" cy="4384675"/>
          </a:xfrm>
        </p:spPr>
        <p:txBody>
          <a:bodyPr/>
          <a:lstStyle>
            <a:lvl1pPr>
              <a:defRPr sz="2879"/>
            </a:lvl1pPr>
            <a:lvl2pPr>
              <a:defRPr sz="2519"/>
            </a:lvl2pPr>
            <a:lvl3pPr>
              <a:defRPr sz="2159"/>
            </a:lvl3pPr>
            <a:lvl4pPr>
              <a:defRPr sz="1799"/>
            </a:lvl4pPr>
            <a:lvl5pPr>
              <a:defRPr sz="1799"/>
            </a:lvl5pPr>
            <a:lvl6pPr>
              <a:defRPr sz="1799"/>
            </a:lvl6pPr>
            <a:lvl7pPr>
              <a:defRPr sz="1799"/>
            </a:lvl7pPr>
            <a:lvl8pPr>
              <a:defRPr sz="1799"/>
            </a:lvl8pPr>
            <a:lvl9pPr>
              <a:defRPr sz="1799"/>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755579" y="1851025"/>
            <a:ext cx="3538725" cy="3429000"/>
          </a:xfrm>
        </p:spPr>
        <p:txBody>
          <a:bodyPr/>
          <a:lstStyle>
            <a:lvl1pPr marL="0" indent="0">
              <a:buNone/>
              <a:defRPr sz="1440"/>
            </a:lvl1pPr>
            <a:lvl2pPr marL="411358" indent="0">
              <a:buNone/>
              <a:defRPr sz="1260"/>
            </a:lvl2pPr>
            <a:lvl3pPr marL="822716" indent="0">
              <a:buNone/>
              <a:defRPr sz="1080"/>
            </a:lvl3pPr>
            <a:lvl4pPr marL="1234075" indent="0">
              <a:buNone/>
              <a:defRPr sz="900"/>
            </a:lvl4pPr>
            <a:lvl5pPr marL="1645433" indent="0">
              <a:buNone/>
              <a:defRPr sz="900"/>
            </a:lvl5pPr>
            <a:lvl6pPr marL="2056792" indent="0">
              <a:buNone/>
              <a:defRPr sz="900"/>
            </a:lvl6pPr>
            <a:lvl7pPr marL="2468150" indent="0">
              <a:buNone/>
              <a:defRPr sz="900"/>
            </a:lvl7pPr>
            <a:lvl8pPr marL="2879509" indent="0">
              <a:buNone/>
              <a:defRPr sz="900"/>
            </a:lvl8pPr>
            <a:lvl9pPr marL="3290867" indent="0">
              <a:buNone/>
              <a:defRPr sz="900"/>
            </a:lvl9pPr>
          </a:lstStyle>
          <a:p>
            <a:pPr lvl="0"/>
            <a:r>
              <a:rPr lang="en-US" smtClean="0"/>
              <a:t>Edit Master text styles</a:t>
            </a:r>
          </a:p>
        </p:txBody>
      </p:sp>
    </p:spTree>
    <p:extLst>
      <p:ext uri="{BB962C8B-B14F-4D97-AF65-F5344CB8AC3E}">
        <p14:creationId xmlns:p14="http://schemas.microsoft.com/office/powerpoint/2010/main" val="2415226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5579" y="411163"/>
            <a:ext cx="3538725" cy="1439862"/>
          </a:xfrm>
        </p:spPr>
        <p:txBody>
          <a:bodyPr anchor="b"/>
          <a:lstStyle>
            <a:lvl1pPr>
              <a:defRPr sz="2879"/>
            </a:lvl1pPr>
          </a:lstStyle>
          <a:p>
            <a:r>
              <a:rPr lang="en-US" smtClean="0"/>
              <a:t>Click to edit Master title style</a:t>
            </a:r>
            <a:endParaRPr lang="de-DE"/>
          </a:p>
        </p:txBody>
      </p:sp>
      <p:sp>
        <p:nvSpPr>
          <p:cNvPr id="3" name="Picture Placeholder 2"/>
          <p:cNvSpPr>
            <a:spLocks noGrp="1"/>
          </p:cNvSpPr>
          <p:nvPr>
            <p:ph type="pic" idx="1"/>
          </p:nvPr>
        </p:nvSpPr>
        <p:spPr>
          <a:xfrm>
            <a:off x="4662566" y="889001"/>
            <a:ext cx="5553598" cy="4384675"/>
          </a:xfrm>
        </p:spPr>
        <p:txBody>
          <a:bodyPr/>
          <a:lstStyle>
            <a:lvl1pPr marL="0" indent="0">
              <a:buNone/>
              <a:defRPr sz="2879"/>
            </a:lvl1pPr>
            <a:lvl2pPr marL="411358" indent="0">
              <a:buNone/>
              <a:defRPr sz="2519"/>
            </a:lvl2pPr>
            <a:lvl3pPr marL="822716" indent="0">
              <a:buNone/>
              <a:defRPr sz="2159"/>
            </a:lvl3pPr>
            <a:lvl4pPr marL="1234075" indent="0">
              <a:buNone/>
              <a:defRPr sz="1799"/>
            </a:lvl4pPr>
            <a:lvl5pPr marL="1645433" indent="0">
              <a:buNone/>
              <a:defRPr sz="1799"/>
            </a:lvl5pPr>
            <a:lvl6pPr marL="2056792" indent="0">
              <a:buNone/>
              <a:defRPr sz="1799"/>
            </a:lvl6pPr>
            <a:lvl7pPr marL="2468150" indent="0">
              <a:buNone/>
              <a:defRPr sz="1799"/>
            </a:lvl7pPr>
            <a:lvl8pPr marL="2879509" indent="0">
              <a:buNone/>
              <a:defRPr sz="1799"/>
            </a:lvl8pPr>
            <a:lvl9pPr marL="3290867" indent="0">
              <a:buNone/>
              <a:defRPr sz="1799"/>
            </a:lvl9pPr>
          </a:lstStyle>
          <a:p>
            <a:r>
              <a:rPr lang="en-US" smtClean="0"/>
              <a:t>Click icon to add picture</a:t>
            </a:r>
            <a:endParaRPr lang="de-DE"/>
          </a:p>
        </p:txBody>
      </p:sp>
      <p:sp>
        <p:nvSpPr>
          <p:cNvPr id="4" name="Text Placeholder 3"/>
          <p:cNvSpPr>
            <a:spLocks noGrp="1"/>
          </p:cNvSpPr>
          <p:nvPr>
            <p:ph type="body" sz="half" idx="2"/>
          </p:nvPr>
        </p:nvSpPr>
        <p:spPr>
          <a:xfrm>
            <a:off x="755579" y="1851025"/>
            <a:ext cx="3538725" cy="3429000"/>
          </a:xfrm>
        </p:spPr>
        <p:txBody>
          <a:bodyPr/>
          <a:lstStyle>
            <a:lvl1pPr marL="0" indent="0">
              <a:buNone/>
              <a:defRPr sz="1440"/>
            </a:lvl1pPr>
            <a:lvl2pPr marL="411358" indent="0">
              <a:buNone/>
              <a:defRPr sz="1260"/>
            </a:lvl2pPr>
            <a:lvl3pPr marL="822716" indent="0">
              <a:buNone/>
              <a:defRPr sz="1080"/>
            </a:lvl3pPr>
            <a:lvl4pPr marL="1234075" indent="0">
              <a:buNone/>
              <a:defRPr sz="900"/>
            </a:lvl4pPr>
            <a:lvl5pPr marL="1645433" indent="0">
              <a:buNone/>
              <a:defRPr sz="900"/>
            </a:lvl5pPr>
            <a:lvl6pPr marL="2056792" indent="0">
              <a:buNone/>
              <a:defRPr sz="900"/>
            </a:lvl6pPr>
            <a:lvl7pPr marL="2468150" indent="0">
              <a:buNone/>
              <a:defRPr sz="900"/>
            </a:lvl7pPr>
            <a:lvl8pPr marL="2879509" indent="0">
              <a:buNone/>
              <a:defRPr sz="900"/>
            </a:lvl8pPr>
            <a:lvl9pPr marL="3290867" indent="0">
              <a:buNone/>
              <a:defRPr sz="900"/>
            </a:lvl9pPr>
          </a:lstStyle>
          <a:p>
            <a:pPr lvl="0"/>
            <a:r>
              <a:rPr lang="en-US" smtClean="0"/>
              <a:t>Edit Master text styles</a:t>
            </a:r>
          </a:p>
        </p:txBody>
      </p:sp>
    </p:spTree>
    <p:extLst>
      <p:ext uri="{BB962C8B-B14F-4D97-AF65-F5344CB8AC3E}">
        <p14:creationId xmlns:p14="http://schemas.microsoft.com/office/powerpoint/2010/main" val="3864760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a:p>
        </p:txBody>
      </p:sp>
    </p:spTree>
    <p:extLst>
      <p:ext uri="{BB962C8B-B14F-4D97-AF65-F5344CB8AC3E}">
        <p14:creationId xmlns:p14="http://schemas.microsoft.com/office/powerpoint/2010/main" val="4138882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52075" y="328614"/>
            <a:ext cx="2364089" cy="5229225"/>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753463" y="328614"/>
            <a:ext cx="6895434" cy="52292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extLst>
      <p:ext uri="{BB962C8B-B14F-4D97-AF65-F5344CB8AC3E}">
        <p14:creationId xmlns:p14="http://schemas.microsoft.com/office/powerpoint/2010/main" val="4144615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14792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5567" y="648000"/>
            <a:ext cx="8221606" cy="388800"/>
          </a:xfrm>
          <a:prstGeom prst="rect">
            <a:avLst/>
          </a:prstGeom>
        </p:spPr>
        <p:txBody>
          <a:bodyPr vert="horz" lIns="0" tIns="0" rIns="0" bIns="0" rtlCol="0" anchor="ctr">
            <a:noAutofit/>
          </a:bodyPr>
          <a:lstStyle/>
          <a:p>
            <a:r>
              <a:rPr lang="en-US" smtClean="0"/>
              <a:t>Click to edit Master title style</a:t>
            </a:r>
            <a:endParaRPr lang="de-DE" dirty="0"/>
          </a:p>
        </p:txBody>
      </p:sp>
      <p:sp>
        <p:nvSpPr>
          <p:cNvPr id="3" name="Text Placeholder 2"/>
          <p:cNvSpPr>
            <a:spLocks noGrp="1"/>
          </p:cNvSpPr>
          <p:nvPr>
            <p:ph type="body" idx="1"/>
          </p:nvPr>
        </p:nvSpPr>
        <p:spPr>
          <a:xfrm>
            <a:off x="345568" y="1296000"/>
            <a:ext cx="10275808" cy="4168800"/>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de-DE" dirty="0"/>
          </a:p>
        </p:txBody>
      </p:sp>
      <p:pic>
        <p:nvPicPr>
          <p:cNvPr id="5" name="Picture 4"/>
          <p:cNvPicPr>
            <a:picLocks/>
          </p:cNvPicPr>
          <p:nvPr userDrawn="1">
            <p:custDataLst>
              <p:tags r:id="rId14"/>
            </p:custDataLst>
          </p:nvPr>
        </p:nvPicPr>
        <p:blipFill>
          <a:blip r:embed="rId16" cstate="print">
            <a:extLst>
              <a:ext uri="{28A0092B-C50C-407E-A947-70E740481C1C}">
                <a14:useLocalDpi xmlns:a14="http://schemas.microsoft.com/office/drawing/2010/main" val="0"/>
              </a:ext>
            </a:extLst>
          </a:blip>
          <a:stretch>
            <a:fillRect/>
          </a:stretch>
        </p:blipFill>
        <p:spPr>
          <a:xfrm>
            <a:off x="9758680" y="5464810"/>
            <a:ext cx="1094740" cy="575310"/>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pic>
        <p:nvPicPr>
          <p:cNvPr id="4" name="Picture 3"/>
          <p:cNvPicPr>
            <a:picLocks/>
          </p:cNvPicPr>
          <p:nvPr userDrawn="1">
            <p:custDataLst>
              <p:tags r:id="rId15"/>
            </p:custDataLst>
          </p:nvPr>
        </p:nvPicPr>
        <p:blipFill>
          <a:blip r:embed="rId17">
            <a:extLst>
              <a:ext uri="{28A0092B-C50C-407E-A947-70E740481C1C}">
                <a14:useLocalDpi xmlns:a14="http://schemas.microsoft.com/office/drawing/2010/main" val="0"/>
              </a:ext>
            </a:extLst>
          </a:blip>
          <a:stretch>
            <a:fillRect/>
          </a:stretch>
        </p:blipFill>
        <p:spPr>
          <a:xfrm>
            <a:off x="0" y="6041390"/>
            <a:ext cx="10970260" cy="129540"/>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Tree>
    <p:extLst>
      <p:ext uri="{BB962C8B-B14F-4D97-AF65-F5344CB8AC3E}">
        <p14:creationId xmlns:p14="http://schemas.microsoft.com/office/powerpoint/2010/main" val="41726848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822716" rtl="0" eaLnBrk="1" latinLnBrk="0" hangingPunct="1">
        <a:lnSpc>
          <a:spcPct val="90000"/>
        </a:lnSpc>
        <a:spcBef>
          <a:spcPct val="0"/>
        </a:spcBef>
        <a:buFontTx/>
        <a:buNone/>
        <a:defRPr sz="1800" b="0" i="0" u="none" kern="1200">
          <a:solidFill>
            <a:schemeClr val="tx1"/>
          </a:solidFill>
          <a:latin typeface="Bosch Office Sans" pitchFamily="2" charset="0"/>
          <a:ea typeface="+mj-ea"/>
          <a:cs typeface="+mj-cs"/>
        </a:defRPr>
      </a:lvl1pPr>
    </p:titleStyle>
    <p:bodyStyle>
      <a:lvl1pPr marL="251460" indent="-251460" algn="l" defTabSz="822716" rtl="0" eaLnBrk="1" latinLnBrk="0" hangingPunct="1">
        <a:lnSpc>
          <a:spcPct val="107000"/>
        </a:lnSpc>
        <a:spcBef>
          <a:spcPts val="500"/>
        </a:spcBef>
        <a:buClrTx/>
        <a:buSzPct val="100000"/>
        <a:buFont typeface="Wingdings 3" panose="05040102010807070707" pitchFamily="18" charset="2"/>
        <a:buChar char=""/>
        <a:defRPr sz="1800" b="0" i="0" u="none" kern="1200">
          <a:solidFill>
            <a:schemeClr val="tx1"/>
          </a:solidFill>
          <a:latin typeface="Bosch Office Sans" pitchFamily="2" charset="0"/>
          <a:ea typeface="+mn-ea"/>
          <a:cs typeface="+mn-cs"/>
        </a:defRPr>
      </a:lvl1pPr>
      <a:lvl2pPr marL="508000" indent="-274320" algn="l" defTabSz="822716" rtl="0" eaLnBrk="1" latinLnBrk="0" hangingPunct="1">
        <a:lnSpc>
          <a:spcPct val="103000"/>
        </a:lnSpc>
        <a:spcBef>
          <a:spcPts val="500"/>
        </a:spcBef>
        <a:buClrTx/>
        <a:buSzPct val="100000"/>
        <a:buFont typeface="Wingdings 3" panose="05040102010807070707" pitchFamily="18" charset="2"/>
        <a:buChar char=""/>
        <a:defRPr sz="1600" b="0" i="0" u="none" kern="1200">
          <a:solidFill>
            <a:schemeClr val="tx1"/>
          </a:solidFill>
          <a:latin typeface="Bosch Office Sans" pitchFamily="2" charset="0"/>
          <a:ea typeface="+mn-ea"/>
          <a:cs typeface="+mn-cs"/>
        </a:defRPr>
      </a:lvl2pPr>
      <a:lvl3pPr marL="730250" indent="-204470" algn="l" defTabSz="822716" rtl="0" eaLnBrk="1" latinLnBrk="0" hangingPunct="1">
        <a:lnSpc>
          <a:spcPct val="102000"/>
        </a:lnSpc>
        <a:spcBef>
          <a:spcPts val="500"/>
        </a:spcBef>
        <a:buClrTx/>
        <a:buSzPct val="100000"/>
        <a:buFontTx/>
        <a:buChar char="‒"/>
        <a:defRPr sz="1400" b="0" i="0" u="none" kern="1200">
          <a:solidFill>
            <a:schemeClr val="tx1"/>
          </a:solidFill>
          <a:latin typeface="Bosch Office Sans" pitchFamily="2" charset="0"/>
          <a:ea typeface="+mn-ea"/>
          <a:cs typeface="+mn-cs"/>
        </a:defRPr>
      </a:lvl3pPr>
      <a:lvl4pPr marL="932180" indent="-184150" algn="l" defTabSz="822716" rtl="0" eaLnBrk="1" latinLnBrk="0" hangingPunct="1">
        <a:lnSpc>
          <a:spcPct val="103000"/>
        </a:lnSpc>
        <a:spcBef>
          <a:spcPts val="500"/>
        </a:spcBef>
        <a:buClrTx/>
        <a:buSzPct val="100000"/>
        <a:buFontTx/>
        <a:buChar char="‒"/>
        <a:defRPr sz="1300" b="0" i="0" u="none" kern="1200">
          <a:solidFill>
            <a:schemeClr val="tx1"/>
          </a:solidFill>
          <a:latin typeface="Bosch Office Sans" pitchFamily="2" charset="0"/>
          <a:ea typeface="+mn-ea"/>
          <a:cs typeface="+mn-cs"/>
        </a:defRPr>
      </a:lvl4pPr>
      <a:lvl5pPr marL="932180" indent="-184150" algn="l" defTabSz="822716" rtl="0" eaLnBrk="1" latinLnBrk="0" hangingPunct="1">
        <a:lnSpc>
          <a:spcPct val="103000"/>
        </a:lnSpc>
        <a:spcBef>
          <a:spcPts val="500"/>
        </a:spcBef>
        <a:buClrTx/>
        <a:buSzPct val="100000"/>
        <a:buFontTx/>
        <a:buChar char="‒"/>
        <a:defRPr sz="1300" b="0" i="0" u="none" kern="1200">
          <a:solidFill>
            <a:schemeClr val="tx1"/>
          </a:solidFill>
          <a:latin typeface="Bosch Office Sans" pitchFamily="2" charset="0"/>
          <a:ea typeface="+mn-ea"/>
          <a:cs typeface="+mn-cs"/>
        </a:defRPr>
      </a:lvl5pPr>
      <a:lvl6pPr marL="932180" indent="-184150" algn="l" defTabSz="822716" rtl="0" eaLnBrk="1" latinLnBrk="0" hangingPunct="1">
        <a:lnSpc>
          <a:spcPct val="103000"/>
        </a:lnSpc>
        <a:spcBef>
          <a:spcPts val="500"/>
        </a:spcBef>
        <a:buClrTx/>
        <a:buSzPct val="100000"/>
        <a:buFontTx/>
        <a:buChar char="‒"/>
        <a:defRPr sz="1300" b="0" i="0" u="none" kern="1200">
          <a:solidFill>
            <a:schemeClr val="tx1"/>
          </a:solidFill>
          <a:latin typeface="Bosch Office Sans" pitchFamily="2" charset="0"/>
          <a:ea typeface="+mn-ea"/>
          <a:cs typeface="+mn-cs"/>
        </a:defRPr>
      </a:lvl6pPr>
      <a:lvl7pPr marL="932180" indent="-184150" algn="l" defTabSz="822716" rtl="0" eaLnBrk="1" latinLnBrk="0" hangingPunct="1">
        <a:lnSpc>
          <a:spcPct val="103000"/>
        </a:lnSpc>
        <a:spcBef>
          <a:spcPts val="500"/>
        </a:spcBef>
        <a:buClrTx/>
        <a:buSzPct val="100000"/>
        <a:buFontTx/>
        <a:buChar char="‒"/>
        <a:defRPr sz="1300" b="0" i="0" u="none" kern="1200">
          <a:solidFill>
            <a:schemeClr val="tx1"/>
          </a:solidFill>
          <a:latin typeface="Bosch Office Sans" pitchFamily="2" charset="0"/>
          <a:ea typeface="+mn-ea"/>
          <a:cs typeface="+mn-cs"/>
        </a:defRPr>
      </a:lvl7pPr>
      <a:lvl8pPr marL="932180" indent="-184150" algn="l" defTabSz="822716" rtl="0" eaLnBrk="1" latinLnBrk="0" hangingPunct="1">
        <a:lnSpc>
          <a:spcPct val="103000"/>
        </a:lnSpc>
        <a:spcBef>
          <a:spcPts val="500"/>
        </a:spcBef>
        <a:buClrTx/>
        <a:buSzPct val="100000"/>
        <a:buFontTx/>
        <a:buChar char="‒"/>
        <a:defRPr sz="1300" b="0" i="0" u="none" kern="1200">
          <a:solidFill>
            <a:schemeClr val="tx1"/>
          </a:solidFill>
          <a:latin typeface="Bosch Office Sans" pitchFamily="2" charset="0"/>
          <a:ea typeface="+mn-ea"/>
          <a:cs typeface="+mn-cs"/>
        </a:defRPr>
      </a:lvl8pPr>
      <a:lvl9pPr marL="932180" indent="-184150" algn="l" defTabSz="822716" rtl="0" eaLnBrk="1" latinLnBrk="0" hangingPunct="1">
        <a:lnSpc>
          <a:spcPct val="103000"/>
        </a:lnSpc>
        <a:spcBef>
          <a:spcPts val="500"/>
        </a:spcBef>
        <a:buClrTx/>
        <a:buSzPct val="100000"/>
        <a:buFontTx/>
        <a:buChar char="‒"/>
        <a:defRPr sz="1300" b="0" i="0" u="none" kern="1200" baseline="0">
          <a:solidFill>
            <a:schemeClr val="tx1"/>
          </a:solidFill>
          <a:latin typeface="Bosch Office Sans" pitchFamily="2" charset="0"/>
          <a:ea typeface="+mn-ea"/>
          <a:cs typeface="+mn-cs"/>
        </a:defRPr>
      </a:lvl9pPr>
    </p:bodyStyle>
    <p:otherStyle>
      <a:defPPr>
        <a:defRPr lang="de-DE"/>
      </a:defPPr>
      <a:lvl1pPr marL="0" algn="l" defTabSz="822716" rtl="0" eaLnBrk="1" latinLnBrk="0" hangingPunct="1">
        <a:defRPr sz="1619" kern="1200">
          <a:solidFill>
            <a:schemeClr val="tx1"/>
          </a:solidFill>
          <a:latin typeface="+mn-lt"/>
          <a:ea typeface="+mn-ea"/>
          <a:cs typeface="+mn-cs"/>
        </a:defRPr>
      </a:lvl1pPr>
      <a:lvl2pPr marL="411358" algn="l" defTabSz="822716" rtl="0" eaLnBrk="1" latinLnBrk="0" hangingPunct="1">
        <a:defRPr sz="1619" kern="1200">
          <a:solidFill>
            <a:schemeClr val="tx1"/>
          </a:solidFill>
          <a:latin typeface="+mn-lt"/>
          <a:ea typeface="+mn-ea"/>
          <a:cs typeface="+mn-cs"/>
        </a:defRPr>
      </a:lvl2pPr>
      <a:lvl3pPr marL="822716" algn="l" defTabSz="822716" rtl="0" eaLnBrk="1" latinLnBrk="0" hangingPunct="1">
        <a:defRPr sz="1619" kern="1200">
          <a:solidFill>
            <a:schemeClr val="tx1"/>
          </a:solidFill>
          <a:latin typeface="+mn-lt"/>
          <a:ea typeface="+mn-ea"/>
          <a:cs typeface="+mn-cs"/>
        </a:defRPr>
      </a:lvl3pPr>
      <a:lvl4pPr marL="1234075" algn="l" defTabSz="822716" rtl="0" eaLnBrk="1" latinLnBrk="0" hangingPunct="1">
        <a:defRPr sz="1619" kern="1200">
          <a:solidFill>
            <a:schemeClr val="tx1"/>
          </a:solidFill>
          <a:latin typeface="+mn-lt"/>
          <a:ea typeface="+mn-ea"/>
          <a:cs typeface="+mn-cs"/>
        </a:defRPr>
      </a:lvl4pPr>
      <a:lvl5pPr marL="1645433" algn="l" defTabSz="822716" rtl="0" eaLnBrk="1" latinLnBrk="0" hangingPunct="1">
        <a:defRPr sz="1619" kern="1200">
          <a:solidFill>
            <a:schemeClr val="tx1"/>
          </a:solidFill>
          <a:latin typeface="+mn-lt"/>
          <a:ea typeface="+mn-ea"/>
          <a:cs typeface="+mn-cs"/>
        </a:defRPr>
      </a:lvl5pPr>
      <a:lvl6pPr marL="2056792" algn="l" defTabSz="822716" rtl="0" eaLnBrk="1" latinLnBrk="0" hangingPunct="1">
        <a:defRPr sz="1619" kern="1200">
          <a:solidFill>
            <a:schemeClr val="tx1"/>
          </a:solidFill>
          <a:latin typeface="+mn-lt"/>
          <a:ea typeface="+mn-ea"/>
          <a:cs typeface="+mn-cs"/>
        </a:defRPr>
      </a:lvl6pPr>
      <a:lvl7pPr marL="2468150" algn="l" defTabSz="822716" rtl="0" eaLnBrk="1" latinLnBrk="0" hangingPunct="1">
        <a:defRPr sz="1619" kern="1200">
          <a:solidFill>
            <a:schemeClr val="tx1"/>
          </a:solidFill>
          <a:latin typeface="+mn-lt"/>
          <a:ea typeface="+mn-ea"/>
          <a:cs typeface="+mn-cs"/>
        </a:defRPr>
      </a:lvl7pPr>
      <a:lvl8pPr marL="2879509" algn="l" defTabSz="822716" rtl="0" eaLnBrk="1" latinLnBrk="0" hangingPunct="1">
        <a:defRPr sz="1619" kern="1200">
          <a:solidFill>
            <a:schemeClr val="tx1"/>
          </a:solidFill>
          <a:latin typeface="+mn-lt"/>
          <a:ea typeface="+mn-ea"/>
          <a:cs typeface="+mn-cs"/>
        </a:defRPr>
      </a:lvl8pPr>
      <a:lvl9pPr marL="3290867" algn="l" defTabSz="822716" rtl="0" eaLnBrk="1" latinLnBrk="0" hangingPunct="1">
        <a:defRPr sz="161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8.xml"/><Relationship Id="rId7"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10" Type="http://schemas.openxmlformats.org/officeDocument/2006/relationships/image" Target="../media/image4.png"/><Relationship Id="rId4" Type="http://schemas.openxmlformats.org/officeDocument/2006/relationships/tags" Target="../tags/tag9.xml"/><Relationship Id="rId9" Type="http://schemas.openxmlformats.org/officeDocument/2006/relationships/image" Target="../media/image1.emf"/></Relationships>
</file>

<file path=ppt/slides/_rels/slide2.xml.rels><?xml version="1.0" encoding="UTF-8" standalone="yes"?>
<Relationships xmlns="http://schemas.openxmlformats.org/package/2006/relationships"><Relationship Id="rId8" Type="http://schemas.openxmlformats.org/officeDocument/2006/relationships/tags" Target="../tags/tag19.xml"/><Relationship Id="rId3" Type="http://schemas.openxmlformats.org/officeDocument/2006/relationships/tags" Target="../tags/tag14.xml"/><Relationship Id="rId7" Type="http://schemas.openxmlformats.org/officeDocument/2006/relationships/tags" Target="../tags/tag18.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9"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tags" Target="../tags/tag27.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image" Target="../media/image5.png"/><Relationship Id="rId5" Type="http://schemas.openxmlformats.org/officeDocument/2006/relationships/tags" Target="../tags/tag24.xml"/><Relationship Id="rId10" Type="http://schemas.openxmlformats.org/officeDocument/2006/relationships/slideLayout" Target="../slideLayouts/slideLayout6.xml"/><Relationship Id="rId4" Type="http://schemas.openxmlformats.org/officeDocument/2006/relationships/tags" Target="../tags/tag23.xml"/><Relationship Id="rId9" Type="http://schemas.openxmlformats.org/officeDocument/2006/relationships/tags" Target="../tags/tag28.xml"/></Relationships>
</file>

<file path=ppt/slides/_rels/slide4.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tags" Target="../tags/tag40.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5" Type="http://schemas.openxmlformats.org/officeDocument/2006/relationships/tags" Target="../tags/tag33.xml"/><Relationship Id="rId15" Type="http://schemas.openxmlformats.org/officeDocument/2006/relationships/image" Target="../media/image6.png"/><Relationship Id="rId10" Type="http://schemas.openxmlformats.org/officeDocument/2006/relationships/tags" Target="../tags/tag38.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18" Type="http://schemas.openxmlformats.org/officeDocument/2006/relationships/image" Target="../media/image10.jpeg"/><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image" Target="../media/image9.png"/><Relationship Id="rId2" Type="http://schemas.openxmlformats.org/officeDocument/2006/relationships/tags" Target="../tags/tag43.xml"/><Relationship Id="rId16" Type="http://schemas.openxmlformats.org/officeDocument/2006/relationships/image" Target="../media/image8.jpeg"/><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tags" Target="../tags/tag52.xml"/><Relationship Id="rId5" Type="http://schemas.openxmlformats.org/officeDocument/2006/relationships/tags" Target="../tags/tag46.xml"/><Relationship Id="rId15" Type="http://schemas.openxmlformats.org/officeDocument/2006/relationships/image" Target="../media/image7.jpeg"/><Relationship Id="rId10" Type="http://schemas.openxmlformats.org/officeDocument/2006/relationships/tags" Target="../tags/tag51.xml"/><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tags" Target="../tags/tag67.xml"/><Relationship Id="rId18" Type="http://schemas.openxmlformats.org/officeDocument/2006/relationships/tags" Target="../tags/tag72.xm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tags" Target="../tags/tag66.xml"/><Relationship Id="rId17" Type="http://schemas.openxmlformats.org/officeDocument/2006/relationships/tags" Target="../tags/tag71.xml"/><Relationship Id="rId2" Type="http://schemas.openxmlformats.org/officeDocument/2006/relationships/tags" Target="../tags/tag56.xml"/><Relationship Id="rId16" Type="http://schemas.openxmlformats.org/officeDocument/2006/relationships/tags" Target="../tags/tag70.xml"/><Relationship Id="rId20" Type="http://schemas.openxmlformats.org/officeDocument/2006/relationships/image" Target="../media/image11.png"/><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5" Type="http://schemas.openxmlformats.org/officeDocument/2006/relationships/tags" Target="../tags/tag59.xml"/><Relationship Id="rId15" Type="http://schemas.openxmlformats.org/officeDocument/2006/relationships/tags" Target="../tags/tag69.xml"/><Relationship Id="rId10" Type="http://schemas.openxmlformats.org/officeDocument/2006/relationships/tags" Target="../tags/tag64.xml"/><Relationship Id="rId19" Type="http://schemas.openxmlformats.org/officeDocument/2006/relationships/slideLayout" Target="../slideLayouts/slideLayout2.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tags" Target="../tags/tag68.xml"/></Relationships>
</file>

<file path=ppt/slides/_rels/slide7.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slideLayout" Target="../slideLayouts/slideLayout6.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0" Type="http://schemas.openxmlformats.org/officeDocument/2006/relationships/tags" Target="../tags/tag82.xml"/><Relationship Id="rId4" Type="http://schemas.openxmlformats.org/officeDocument/2006/relationships/tags" Target="../tags/tag76.xml"/><Relationship Id="rId9" Type="http://schemas.openxmlformats.org/officeDocument/2006/relationships/tags" Target="../tags/tag81.xml"/></Relationships>
</file>

<file path=ppt/slides/_rels/slide8.xml.rels><?xml version="1.0" encoding="UTF-8" standalone="yes"?>
<Relationships xmlns="http://schemas.openxmlformats.org/package/2006/relationships"><Relationship Id="rId8" Type="http://schemas.openxmlformats.org/officeDocument/2006/relationships/tags" Target="../tags/tag91.xml"/><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slideLayout" Target="../slideLayouts/slideLayout6.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5" Type="http://schemas.openxmlformats.org/officeDocument/2006/relationships/tags" Target="../tags/tag88.xml"/><Relationship Id="rId10" Type="http://schemas.openxmlformats.org/officeDocument/2006/relationships/tags" Target="../tags/tag93.xml"/><Relationship Id="rId4" Type="http://schemas.openxmlformats.org/officeDocument/2006/relationships/tags" Target="../tags/tag87.xml"/><Relationship Id="rId9" Type="http://schemas.openxmlformats.org/officeDocument/2006/relationships/tags" Target="../tags/tag92.xml"/></Relationships>
</file>

<file path=ppt/slides/_rels/slide9.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5" Type="http://schemas.openxmlformats.org/officeDocument/2006/relationships/tags" Target="../tags/tag99.xml"/><Relationship Id="rId10" Type="http://schemas.openxmlformats.org/officeDocument/2006/relationships/slideLayout" Target="../slideLayouts/slideLayout6.xml"/><Relationship Id="rId4" Type="http://schemas.openxmlformats.org/officeDocument/2006/relationships/tags" Target="../tags/tag98.xml"/><Relationship Id="rId9" Type="http://schemas.openxmlformats.org/officeDocument/2006/relationships/tags" Target="../tags/tag103.xml"/></Relationships>
</file>

<file path=ppt/slides/_rels/slide10.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slideLayout" Target="../slideLayouts/slideLayout6.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image" Target="../media/image10.jpeg"/><Relationship Id="rId2" Type="http://schemas.openxmlformats.org/officeDocument/2006/relationships/tags" Target="../tags/tag105.xml"/><Relationship Id="rId16" Type="http://schemas.openxmlformats.org/officeDocument/2006/relationships/image" Target="../media/image9.png"/><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5" Type="http://schemas.openxmlformats.org/officeDocument/2006/relationships/image" Target="../media/image8.jpeg"/><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image" Target="../media/image7.jpeg"/></Relationships>
</file>

<file path=ppt/slides/_rels/slide11.xml.rels><?xml version="1.0" encoding="UTF-8" standalone="yes"?>
<Relationships xmlns="http://schemas.openxmlformats.org/package/2006/relationships"><Relationship Id="rId8" Type="http://schemas.openxmlformats.org/officeDocument/2006/relationships/tags" Target="../tags/tag123.xml"/><Relationship Id="rId3" Type="http://schemas.openxmlformats.org/officeDocument/2006/relationships/tags" Target="../tags/tag118.xml"/><Relationship Id="rId7" Type="http://schemas.openxmlformats.org/officeDocument/2006/relationships/tags" Target="../tags/tag12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5" Type="http://schemas.openxmlformats.org/officeDocument/2006/relationships/tags" Target="../tags/tag120.xml"/><Relationship Id="rId10" Type="http://schemas.openxmlformats.org/officeDocument/2006/relationships/slideLayout" Target="../slideLayouts/slideLayout6.xml"/><Relationship Id="rId4" Type="http://schemas.openxmlformats.org/officeDocument/2006/relationships/tags" Target="../tags/tag119.xml"/><Relationship Id="rId9" Type="http://schemas.openxmlformats.org/officeDocument/2006/relationships/tags" Target="../tags/tag124.xml"/></Relationships>
</file>

<file path=ppt/slides/_rels/slide12.xml.rels><?xml version="1.0" encoding="UTF-8" standalone="yes"?>
<Relationships xmlns="http://schemas.openxmlformats.org/package/2006/relationships"><Relationship Id="rId8" Type="http://schemas.openxmlformats.org/officeDocument/2006/relationships/tags" Target="../tags/tag132.xml"/><Relationship Id="rId13" Type="http://schemas.openxmlformats.org/officeDocument/2006/relationships/tags" Target="../tags/tag137.xml"/><Relationship Id="rId18" Type="http://schemas.openxmlformats.org/officeDocument/2006/relationships/tags" Target="../tags/tag142.xml"/><Relationship Id="rId26" Type="http://schemas.openxmlformats.org/officeDocument/2006/relationships/tags" Target="../tags/tag150.xml"/><Relationship Id="rId3" Type="http://schemas.openxmlformats.org/officeDocument/2006/relationships/tags" Target="../tags/tag127.xml"/><Relationship Id="rId21" Type="http://schemas.openxmlformats.org/officeDocument/2006/relationships/tags" Target="../tags/tag145.xml"/><Relationship Id="rId7" Type="http://schemas.openxmlformats.org/officeDocument/2006/relationships/tags" Target="../tags/tag131.xml"/><Relationship Id="rId12" Type="http://schemas.openxmlformats.org/officeDocument/2006/relationships/tags" Target="../tags/tag136.xml"/><Relationship Id="rId17" Type="http://schemas.openxmlformats.org/officeDocument/2006/relationships/tags" Target="../tags/tag141.xml"/><Relationship Id="rId25" Type="http://schemas.openxmlformats.org/officeDocument/2006/relationships/tags" Target="../tags/tag149.xml"/><Relationship Id="rId2" Type="http://schemas.openxmlformats.org/officeDocument/2006/relationships/tags" Target="../tags/tag126.xml"/><Relationship Id="rId16" Type="http://schemas.openxmlformats.org/officeDocument/2006/relationships/tags" Target="../tags/tag140.xml"/><Relationship Id="rId20" Type="http://schemas.openxmlformats.org/officeDocument/2006/relationships/tags" Target="../tags/tag144.xml"/><Relationship Id="rId29" Type="http://schemas.openxmlformats.org/officeDocument/2006/relationships/slideLayout" Target="../slideLayouts/slideLayout6.xml"/><Relationship Id="rId1" Type="http://schemas.openxmlformats.org/officeDocument/2006/relationships/tags" Target="../tags/tag125.xml"/><Relationship Id="rId6" Type="http://schemas.openxmlformats.org/officeDocument/2006/relationships/tags" Target="../tags/tag130.xml"/><Relationship Id="rId11" Type="http://schemas.openxmlformats.org/officeDocument/2006/relationships/tags" Target="../tags/tag135.xml"/><Relationship Id="rId24" Type="http://schemas.openxmlformats.org/officeDocument/2006/relationships/tags" Target="../tags/tag148.xml"/><Relationship Id="rId5" Type="http://schemas.openxmlformats.org/officeDocument/2006/relationships/tags" Target="../tags/tag129.xml"/><Relationship Id="rId15" Type="http://schemas.openxmlformats.org/officeDocument/2006/relationships/tags" Target="../tags/tag139.xml"/><Relationship Id="rId23" Type="http://schemas.openxmlformats.org/officeDocument/2006/relationships/tags" Target="../tags/tag147.xml"/><Relationship Id="rId28" Type="http://schemas.openxmlformats.org/officeDocument/2006/relationships/tags" Target="../tags/tag152.xml"/><Relationship Id="rId10" Type="http://schemas.openxmlformats.org/officeDocument/2006/relationships/tags" Target="../tags/tag134.xml"/><Relationship Id="rId19" Type="http://schemas.openxmlformats.org/officeDocument/2006/relationships/tags" Target="../tags/tag143.xml"/><Relationship Id="rId4" Type="http://schemas.openxmlformats.org/officeDocument/2006/relationships/tags" Target="../tags/tag128.xml"/><Relationship Id="rId9" Type="http://schemas.openxmlformats.org/officeDocument/2006/relationships/tags" Target="../tags/tag133.xml"/><Relationship Id="rId14" Type="http://schemas.openxmlformats.org/officeDocument/2006/relationships/tags" Target="../tags/tag138.xml"/><Relationship Id="rId22" Type="http://schemas.openxmlformats.org/officeDocument/2006/relationships/tags" Target="../tags/tag146.xml"/><Relationship Id="rId27" Type="http://schemas.openxmlformats.org/officeDocument/2006/relationships/tags" Target="../tags/tag151.xml"/></Relationships>
</file>

<file path=ppt/slides/_rels/slide13.xml.rels><?xml version="1.0" encoding="UTF-8" standalone="yes"?>
<Relationships xmlns="http://schemas.openxmlformats.org/package/2006/relationships"><Relationship Id="rId8" Type="http://schemas.openxmlformats.org/officeDocument/2006/relationships/tags" Target="../tags/tag160.xml"/><Relationship Id="rId3" Type="http://schemas.openxmlformats.org/officeDocument/2006/relationships/tags" Target="../tags/tag155.xml"/><Relationship Id="rId7" Type="http://schemas.openxmlformats.org/officeDocument/2006/relationships/tags" Target="../tags/tag159.xml"/><Relationship Id="rId12" Type="http://schemas.openxmlformats.org/officeDocument/2006/relationships/hyperlink" Target="http://abt-prolib.de.bosch.com:8080/pkit/go/process/element.do?elementType=Activity&amp;elementName=Product%20Engineering|Test|DSW%20Module%20Test|MT_DSW_Analyse%20test%20records%20%26%20results&amp;projectName=proCCess%20library|SDH&amp;anon=1" TargetMode="Externa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hyperlink" Target="http://abt-prolib.de.bosch.com:8080/pkit/go/process/element.do?elementType=Subprocess&amp;elementName=Product%20Engineering|Review&amp;projectName=proCCess%20library|SDH&amp;anon=1" TargetMode="External"/><Relationship Id="rId5" Type="http://schemas.openxmlformats.org/officeDocument/2006/relationships/tags" Target="../tags/tag157.xml"/><Relationship Id="rId10" Type="http://schemas.openxmlformats.org/officeDocument/2006/relationships/slideLayout" Target="../slideLayouts/slideLayout6.xml"/><Relationship Id="rId4" Type="http://schemas.openxmlformats.org/officeDocument/2006/relationships/tags" Target="../tags/tag156.xml"/><Relationship Id="rId9" Type="http://schemas.openxmlformats.org/officeDocument/2006/relationships/tags" Target="../tags/tag161.xml"/></Relationships>
</file>

<file path=ppt/slides/_rels/slide14.xml.rels><?xml version="1.0" encoding="UTF-8" standalone="yes"?>
<Relationships xmlns="http://schemas.openxmlformats.org/package/2006/relationships"><Relationship Id="rId8" Type="http://schemas.openxmlformats.org/officeDocument/2006/relationships/tags" Target="../tags/tag169.xml"/><Relationship Id="rId13" Type="http://schemas.openxmlformats.org/officeDocument/2006/relationships/slideLayout" Target="../slideLayouts/slideLayout6.xml"/><Relationship Id="rId3" Type="http://schemas.openxmlformats.org/officeDocument/2006/relationships/tags" Target="../tags/tag164.xml"/><Relationship Id="rId7" Type="http://schemas.openxmlformats.org/officeDocument/2006/relationships/tags" Target="../tags/tag168.xml"/><Relationship Id="rId12" Type="http://schemas.openxmlformats.org/officeDocument/2006/relationships/tags" Target="../tags/tag173.xml"/><Relationship Id="rId17" Type="http://schemas.openxmlformats.org/officeDocument/2006/relationships/image" Target="../media/image10.jpeg"/><Relationship Id="rId2" Type="http://schemas.openxmlformats.org/officeDocument/2006/relationships/tags" Target="../tags/tag163.xml"/><Relationship Id="rId16" Type="http://schemas.openxmlformats.org/officeDocument/2006/relationships/image" Target="../media/image9.png"/><Relationship Id="rId1" Type="http://schemas.openxmlformats.org/officeDocument/2006/relationships/tags" Target="../tags/tag162.xml"/><Relationship Id="rId6" Type="http://schemas.openxmlformats.org/officeDocument/2006/relationships/tags" Target="../tags/tag167.xml"/><Relationship Id="rId11" Type="http://schemas.openxmlformats.org/officeDocument/2006/relationships/tags" Target="../tags/tag172.xml"/><Relationship Id="rId5" Type="http://schemas.openxmlformats.org/officeDocument/2006/relationships/tags" Target="../tags/tag166.xml"/><Relationship Id="rId15" Type="http://schemas.openxmlformats.org/officeDocument/2006/relationships/image" Target="../media/image8.jpeg"/><Relationship Id="rId10" Type="http://schemas.openxmlformats.org/officeDocument/2006/relationships/tags" Target="../tags/tag171.xml"/><Relationship Id="rId4" Type="http://schemas.openxmlformats.org/officeDocument/2006/relationships/tags" Target="../tags/tag165.xml"/><Relationship Id="rId9" Type="http://schemas.openxmlformats.org/officeDocument/2006/relationships/tags" Target="../tags/tag170.xml"/><Relationship Id="rId14" Type="http://schemas.openxmlformats.org/officeDocument/2006/relationships/image" Target="../media/image7.jpeg"/></Relationships>
</file>

<file path=ppt/slides/_rels/slide15.xml.rels><?xml version="1.0" encoding="UTF-8" standalone="yes"?>
<Relationships xmlns="http://schemas.openxmlformats.org/package/2006/relationships"><Relationship Id="rId8" Type="http://schemas.openxmlformats.org/officeDocument/2006/relationships/tags" Target="../tags/tag181.xml"/><Relationship Id="rId13" Type="http://schemas.openxmlformats.org/officeDocument/2006/relationships/tags" Target="../tags/tag186.xml"/><Relationship Id="rId18" Type="http://schemas.openxmlformats.org/officeDocument/2006/relationships/tags" Target="../tags/tag191.xml"/><Relationship Id="rId26" Type="http://schemas.openxmlformats.org/officeDocument/2006/relationships/tags" Target="../tags/tag199.xml"/><Relationship Id="rId3" Type="http://schemas.openxmlformats.org/officeDocument/2006/relationships/tags" Target="../tags/tag176.xml"/><Relationship Id="rId21" Type="http://schemas.openxmlformats.org/officeDocument/2006/relationships/tags" Target="../tags/tag194.xml"/><Relationship Id="rId7" Type="http://schemas.openxmlformats.org/officeDocument/2006/relationships/tags" Target="../tags/tag180.xml"/><Relationship Id="rId12" Type="http://schemas.openxmlformats.org/officeDocument/2006/relationships/tags" Target="../tags/tag185.xml"/><Relationship Id="rId17" Type="http://schemas.openxmlformats.org/officeDocument/2006/relationships/tags" Target="../tags/tag190.xml"/><Relationship Id="rId25" Type="http://schemas.openxmlformats.org/officeDocument/2006/relationships/tags" Target="../tags/tag198.xml"/><Relationship Id="rId33" Type="http://schemas.openxmlformats.org/officeDocument/2006/relationships/slideLayout" Target="../slideLayouts/slideLayout6.xml"/><Relationship Id="rId2" Type="http://schemas.openxmlformats.org/officeDocument/2006/relationships/tags" Target="../tags/tag175.xml"/><Relationship Id="rId16" Type="http://schemas.openxmlformats.org/officeDocument/2006/relationships/tags" Target="../tags/tag189.xml"/><Relationship Id="rId20" Type="http://schemas.openxmlformats.org/officeDocument/2006/relationships/tags" Target="../tags/tag193.xml"/><Relationship Id="rId29" Type="http://schemas.openxmlformats.org/officeDocument/2006/relationships/tags" Target="../tags/tag202.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tags" Target="../tags/tag184.xml"/><Relationship Id="rId24" Type="http://schemas.openxmlformats.org/officeDocument/2006/relationships/tags" Target="../tags/tag197.xml"/><Relationship Id="rId32" Type="http://schemas.openxmlformats.org/officeDocument/2006/relationships/tags" Target="../tags/tag205.xml"/><Relationship Id="rId5" Type="http://schemas.openxmlformats.org/officeDocument/2006/relationships/tags" Target="../tags/tag178.xml"/><Relationship Id="rId15" Type="http://schemas.openxmlformats.org/officeDocument/2006/relationships/tags" Target="../tags/tag188.xml"/><Relationship Id="rId23" Type="http://schemas.openxmlformats.org/officeDocument/2006/relationships/tags" Target="../tags/tag196.xml"/><Relationship Id="rId28" Type="http://schemas.openxmlformats.org/officeDocument/2006/relationships/tags" Target="../tags/tag201.xml"/><Relationship Id="rId10" Type="http://schemas.openxmlformats.org/officeDocument/2006/relationships/tags" Target="../tags/tag183.xml"/><Relationship Id="rId19" Type="http://schemas.openxmlformats.org/officeDocument/2006/relationships/tags" Target="../tags/tag192.xml"/><Relationship Id="rId31" Type="http://schemas.openxmlformats.org/officeDocument/2006/relationships/tags" Target="../tags/tag204.xml"/><Relationship Id="rId4" Type="http://schemas.openxmlformats.org/officeDocument/2006/relationships/tags" Target="../tags/tag177.xml"/><Relationship Id="rId9" Type="http://schemas.openxmlformats.org/officeDocument/2006/relationships/tags" Target="../tags/tag182.xml"/><Relationship Id="rId14" Type="http://schemas.openxmlformats.org/officeDocument/2006/relationships/tags" Target="../tags/tag187.xml"/><Relationship Id="rId22" Type="http://schemas.openxmlformats.org/officeDocument/2006/relationships/tags" Target="../tags/tag195.xml"/><Relationship Id="rId27" Type="http://schemas.openxmlformats.org/officeDocument/2006/relationships/tags" Target="../tags/tag200.xml"/><Relationship Id="rId30" Type="http://schemas.openxmlformats.org/officeDocument/2006/relationships/tags" Target="../tags/tag203.xml"/></Relationships>
</file>

<file path=ppt/slides/_rels/slide16.xml.rels><?xml version="1.0" encoding="UTF-8" standalone="yes"?>
<Relationships xmlns="http://schemas.openxmlformats.org/package/2006/relationships"><Relationship Id="rId8" Type="http://schemas.openxmlformats.org/officeDocument/2006/relationships/tags" Target="../tags/tag213.xml"/><Relationship Id="rId3" Type="http://schemas.openxmlformats.org/officeDocument/2006/relationships/tags" Target="../tags/tag208.xml"/><Relationship Id="rId7" Type="http://schemas.openxmlformats.org/officeDocument/2006/relationships/tags" Target="../tags/tag212.xml"/><Relationship Id="rId2" Type="http://schemas.openxmlformats.org/officeDocument/2006/relationships/tags" Target="../tags/tag207.xml"/><Relationship Id="rId1" Type="http://schemas.openxmlformats.org/officeDocument/2006/relationships/tags" Target="../tags/tag206.xml"/><Relationship Id="rId6" Type="http://schemas.openxmlformats.org/officeDocument/2006/relationships/tags" Target="../tags/tag211.xml"/><Relationship Id="rId5" Type="http://schemas.openxmlformats.org/officeDocument/2006/relationships/tags" Target="../tags/tag210.xml"/><Relationship Id="rId10" Type="http://schemas.openxmlformats.org/officeDocument/2006/relationships/slideLayout" Target="../slideLayouts/slideLayout6.xml"/><Relationship Id="rId4" Type="http://schemas.openxmlformats.org/officeDocument/2006/relationships/tags" Target="../tags/tag209.xml"/><Relationship Id="rId9" Type="http://schemas.openxmlformats.org/officeDocument/2006/relationships/tags" Target="../tags/tag214.xml"/></Relationships>
</file>

<file path=ppt/slides/_rels/slide17.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slideLayout" Target="../slideLayouts/slideLayout6.xml"/><Relationship Id="rId3" Type="http://schemas.openxmlformats.org/officeDocument/2006/relationships/tags" Target="../tags/tag217.xml"/><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image" Target="../media/image10.jpeg"/><Relationship Id="rId2" Type="http://schemas.openxmlformats.org/officeDocument/2006/relationships/tags" Target="../tags/tag216.xml"/><Relationship Id="rId16" Type="http://schemas.openxmlformats.org/officeDocument/2006/relationships/image" Target="../media/image9.png"/><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5" Type="http://schemas.openxmlformats.org/officeDocument/2006/relationships/tags" Target="../tags/tag219.xml"/><Relationship Id="rId15" Type="http://schemas.openxmlformats.org/officeDocument/2006/relationships/image" Target="../media/image8.jpeg"/><Relationship Id="rId10" Type="http://schemas.openxmlformats.org/officeDocument/2006/relationships/tags" Target="../tags/tag224.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image" Target="../media/image7.jpeg"/></Relationships>
</file>

<file path=ppt/slides/_rels/slide18.xml.rels><?xml version="1.0" encoding="UTF-8" standalone="yes"?>
<Relationships xmlns="http://schemas.openxmlformats.org/package/2006/relationships"><Relationship Id="rId8" Type="http://schemas.openxmlformats.org/officeDocument/2006/relationships/tags" Target="../tags/tag234.xml"/><Relationship Id="rId3" Type="http://schemas.openxmlformats.org/officeDocument/2006/relationships/tags" Target="../tags/tag229.xml"/><Relationship Id="rId7" Type="http://schemas.openxmlformats.org/officeDocument/2006/relationships/tags" Target="../tags/tag233.xml"/><Relationship Id="rId12" Type="http://schemas.openxmlformats.org/officeDocument/2006/relationships/slideLayout" Target="../slideLayouts/slideLayout6.xml"/><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tags" Target="../tags/tag232.xml"/><Relationship Id="rId11" Type="http://schemas.openxmlformats.org/officeDocument/2006/relationships/tags" Target="../tags/tag237.xml"/><Relationship Id="rId5" Type="http://schemas.openxmlformats.org/officeDocument/2006/relationships/tags" Target="../tags/tag231.xml"/><Relationship Id="rId10" Type="http://schemas.openxmlformats.org/officeDocument/2006/relationships/tags" Target="../tags/tag236.xml"/><Relationship Id="rId4" Type="http://schemas.openxmlformats.org/officeDocument/2006/relationships/tags" Target="../tags/tag230.xml"/><Relationship Id="rId9" Type="http://schemas.openxmlformats.org/officeDocument/2006/relationships/tags" Target="../tags/tag235.xml"/></Relationships>
</file>

<file path=ppt/slides/_rels/slide19.xml.rels><?xml version="1.0" encoding="UTF-8" standalone="yes"?>
<Relationships xmlns="http://schemas.openxmlformats.org/package/2006/relationships"><Relationship Id="rId8" Type="http://schemas.openxmlformats.org/officeDocument/2006/relationships/tags" Target="../tags/tag245.xml"/><Relationship Id="rId3" Type="http://schemas.openxmlformats.org/officeDocument/2006/relationships/tags" Target="../tags/tag240.xml"/><Relationship Id="rId7" Type="http://schemas.openxmlformats.org/officeDocument/2006/relationships/tags" Target="../tags/tag244.xml"/><Relationship Id="rId12" Type="http://schemas.openxmlformats.org/officeDocument/2006/relationships/slideLayout" Target="../slideLayouts/slideLayout6.xml"/><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tags" Target="../tags/tag243.xml"/><Relationship Id="rId11" Type="http://schemas.openxmlformats.org/officeDocument/2006/relationships/tags" Target="../tags/tag248.xml"/><Relationship Id="rId5" Type="http://schemas.openxmlformats.org/officeDocument/2006/relationships/tags" Target="../tags/tag242.xml"/><Relationship Id="rId10" Type="http://schemas.openxmlformats.org/officeDocument/2006/relationships/tags" Target="../tags/tag247.xml"/><Relationship Id="rId4" Type="http://schemas.openxmlformats.org/officeDocument/2006/relationships/tags" Target="../tags/tag241.xml"/><Relationship Id="rId9" Type="http://schemas.openxmlformats.org/officeDocument/2006/relationships/tags" Target="../tags/tag246.xml"/></Relationships>
</file>

<file path=ppt/slides/_rels/slide20.xml.rels><?xml version="1.0" encoding="UTF-8" standalone="yes"?>
<Relationships xmlns="http://schemas.openxmlformats.org/package/2006/relationships"><Relationship Id="rId8" Type="http://schemas.openxmlformats.org/officeDocument/2006/relationships/tags" Target="../tags/tag256.xml"/><Relationship Id="rId3" Type="http://schemas.openxmlformats.org/officeDocument/2006/relationships/tags" Target="../tags/tag251.xml"/><Relationship Id="rId7" Type="http://schemas.openxmlformats.org/officeDocument/2006/relationships/tags" Target="../tags/tag255.xml"/><Relationship Id="rId12" Type="http://schemas.openxmlformats.org/officeDocument/2006/relationships/slideLayout" Target="../slideLayouts/slideLayout6.xml"/><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tags" Target="../tags/tag254.xml"/><Relationship Id="rId11" Type="http://schemas.openxmlformats.org/officeDocument/2006/relationships/tags" Target="../tags/tag259.xml"/><Relationship Id="rId5" Type="http://schemas.openxmlformats.org/officeDocument/2006/relationships/tags" Target="../tags/tag253.xml"/><Relationship Id="rId10" Type="http://schemas.openxmlformats.org/officeDocument/2006/relationships/tags" Target="../tags/tag258.xml"/><Relationship Id="rId4" Type="http://schemas.openxmlformats.org/officeDocument/2006/relationships/tags" Target="../tags/tag252.xml"/><Relationship Id="rId9" Type="http://schemas.openxmlformats.org/officeDocument/2006/relationships/tags" Target="../tags/tag257.xml"/></Relationships>
</file>

<file path=ppt/slides/_rels/slide21.xml.rels><?xml version="1.0" encoding="UTF-8" standalone="yes"?>
<Relationships xmlns="http://schemas.openxmlformats.org/package/2006/relationships"><Relationship Id="rId8" Type="http://schemas.openxmlformats.org/officeDocument/2006/relationships/tags" Target="../tags/tag267.xml"/><Relationship Id="rId3" Type="http://schemas.openxmlformats.org/officeDocument/2006/relationships/tags" Target="../tags/tag262.xml"/><Relationship Id="rId7" Type="http://schemas.openxmlformats.org/officeDocument/2006/relationships/tags" Target="../tags/tag266.xml"/><Relationship Id="rId12" Type="http://schemas.openxmlformats.org/officeDocument/2006/relationships/image" Target="../media/image12.png"/><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tags" Target="../tags/tag265.xml"/><Relationship Id="rId11" Type="http://schemas.openxmlformats.org/officeDocument/2006/relationships/slideLayout" Target="../slideLayouts/slideLayout6.xml"/><Relationship Id="rId5" Type="http://schemas.openxmlformats.org/officeDocument/2006/relationships/tags" Target="../tags/tag264.xml"/><Relationship Id="rId10" Type="http://schemas.openxmlformats.org/officeDocument/2006/relationships/tags" Target="../tags/tag269.xml"/><Relationship Id="rId4" Type="http://schemas.openxmlformats.org/officeDocument/2006/relationships/tags" Target="../tags/tag263.xml"/><Relationship Id="rId9" Type="http://schemas.openxmlformats.org/officeDocument/2006/relationships/tags" Target="../tags/tag2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hidden="1"/>
          <p:cNvSpPr>
            <a:spLocks noGrp="1"/>
          </p:cNvSpPr>
          <p:nvPr>
            <p:ph type="subTitle" idx="1"/>
            <p:custDataLst>
              <p:tags r:id="rId2"/>
            </p:custDataLst>
          </p:nvPr>
        </p:nvSpPr>
        <p:spPr>
          <a:xfrm>
            <a:off x="0" y="0"/>
            <a:ext cx="1270000" cy="127000"/>
          </a:xfrm>
          <a:effectLst/>
          <a:extLst>
            <a:ext uri="{53640926-AAD7-44D8-BBD7-CCE9431645EC}">
              <a14:shadowObscured xmlns:a14="http://schemas.microsoft.com/office/drawing/2010/main"/>
            </a:ext>
          </a:extLst>
        </p:spPr>
        <p:txBody>
          <a:bodyPr wrap="none" lIns="0" tIns="0" rIns="0" bIns="0" anchor="t">
            <a:noAutofit/>
          </a:bodyPr>
          <a:lstStyle/>
          <a:p>
            <a:endParaRPr lang="en-US"/>
          </a:p>
        </p:txBody>
      </p:sp>
      <p:pic>
        <p:nvPicPr>
          <p:cNvPr id="6" name="Picture 5"/>
          <p:cNvPicPr>
            <a:picLocks/>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0" y="0"/>
            <a:ext cx="10970260" cy="6170930"/>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pic>
        <p:nvPicPr>
          <p:cNvPr id="5" name="Picture 4"/>
          <p:cNvPicPr>
            <a:picLocks/>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9758680" y="5464810"/>
            <a:ext cx="1094740" cy="575310"/>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pic>
        <p:nvPicPr>
          <p:cNvPr id="4" name="Picture 3"/>
          <p:cNvPicPr>
            <a:picLocks/>
          </p:cNvPicPr>
          <p:nvPr>
            <p:custDataLst>
              <p:tags r:id="rId5"/>
            </p:custDataLst>
          </p:nvPr>
        </p:nvPicPr>
        <p:blipFill>
          <a:blip r:embed="rId10" cstate="print">
            <a:extLst>
              <a:ext uri="{28A0092B-C50C-407E-A947-70E740481C1C}">
                <a14:useLocalDpi xmlns:a14="http://schemas.microsoft.com/office/drawing/2010/main" val="0"/>
              </a:ext>
            </a:extLst>
          </a:blip>
          <a:stretch>
            <a:fillRect/>
          </a:stretch>
        </p:blipFill>
        <p:spPr>
          <a:xfrm>
            <a:off x="10840720" y="0"/>
            <a:ext cx="129540" cy="6170930"/>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3" name="Title 2"/>
          <p:cNvSpPr>
            <a:spLocks noGrp="1"/>
          </p:cNvSpPr>
          <p:nvPr>
            <p:ph type="ctrTitle"/>
            <p:custDataLst>
              <p:tags r:id="rId6"/>
            </p:custDataLst>
          </p:nvPr>
        </p:nvSpPr>
        <p:spPr>
          <a:xfrm>
            <a:off x="259080" y="259080"/>
            <a:ext cx="9872980" cy="5204460"/>
          </a:xfrm>
          <a:effectLst/>
          <a:extLst>
            <a:ext uri="{53640926-AAD7-44D8-BBD7-CCE9431645EC}">
              <a14:shadowObscured xmlns:a14="http://schemas.microsoft.com/office/drawing/2010/main"/>
            </a:ext>
          </a:extLst>
        </p:spPr>
        <p:txBody>
          <a:bodyPr wrap="square" lIns="0" tIns="0" rIns="0" bIns="0" anchor="t">
            <a:normAutofit/>
          </a:bodyPr>
          <a:lstStyle/>
          <a:p>
            <a:r>
              <a:rPr lang="en-US" dirty="0"/>
              <a:t>Automotive </a:t>
            </a:r>
            <a:r>
              <a:rPr lang="en-US" dirty="0" smtClean="0"/>
              <a:t>SW Testing Life Cycle </a:t>
            </a:r>
            <a:endParaRPr lang="en-US" dirty="0"/>
          </a:p>
        </p:txBody>
      </p:sp>
    </p:spTree>
    <p:custDataLst>
      <p:tags r:id="rId1"/>
    </p:custDataLst>
    <p:extLst>
      <p:ext uri="{BB962C8B-B14F-4D97-AF65-F5344CB8AC3E}">
        <p14:creationId xmlns:p14="http://schemas.microsoft.com/office/powerpoint/2010/main" val="2921944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p:cNvSpPr>
          <p:nvPr>
            <p:custDataLst>
              <p:tags r:id="rId2"/>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7" name="Rectangle 6"/>
          <p:cNvSpPr>
            <a:spLocks/>
          </p:cNvSpPr>
          <p:nvPr>
            <p:custDataLst>
              <p:tags r:id="rId3"/>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6" name="Rectangle 5"/>
          <p:cNvSpPr>
            <a:spLocks/>
          </p:cNvSpPr>
          <p:nvPr>
            <p:custDataLst>
              <p:tags r:id="rId4"/>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2</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5" name="Rectangle 4"/>
          <p:cNvSpPr>
            <a:spLocks/>
          </p:cNvSpPr>
          <p:nvPr>
            <p:custDataLst>
              <p:tags r:id="rId5"/>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4" name="TextBox 3" hidden="1"/>
          <p:cNvSpPr txBox="1"/>
          <p:nvPr>
            <p:custDataLst>
              <p:tags r:id="rId6"/>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7"/>
            </p:custDataLst>
          </p:nvPr>
        </p:nvSpPr>
        <p:spPr>
          <a:xfrm>
            <a:off x="259080" y="259080"/>
            <a:ext cx="10452100" cy="77724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smtClean="0"/>
              <a:t>Agenda</a:t>
            </a:r>
            <a:endParaRPr lang="en-US" sz="2800"/>
          </a:p>
        </p:txBody>
      </p:sp>
      <p:sp>
        <p:nvSpPr>
          <p:cNvPr id="3" name="Text Placeholder 2"/>
          <p:cNvSpPr>
            <a:spLocks noGrp="1"/>
          </p:cNvSpPr>
          <p:nvPr>
            <p:ph type="body" idx="1"/>
            <p:custDataLst>
              <p:tags r:id="rId8"/>
            </p:custDataLst>
          </p:nvPr>
        </p:nvSpPr>
        <p:spPr>
          <a:xfrm>
            <a:off x="259080" y="1295400"/>
            <a:ext cx="10452100" cy="416814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buFont typeface="Wingdings 3" panose="05040102010807070707" pitchFamily="18" charset="2"/>
              <a:buAutoNum type="arabicPeriod"/>
            </a:pPr>
            <a:r>
              <a:rPr lang="en-US" dirty="0" smtClean="0"/>
              <a:t>SW Testing Life Cycle (ASPICE V-Model)</a:t>
            </a:r>
          </a:p>
          <a:p>
            <a:pPr>
              <a:buFont typeface="Wingdings 3" panose="05040102010807070707" pitchFamily="18" charset="2"/>
              <a:buAutoNum type="arabicPeriod"/>
            </a:pPr>
            <a:r>
              <a:rPr lang="en-US" dirty="0" smtClean="0"/>
              <a:t>Testing Life </a:t>
            </a:r>
            <a:r>
              <a:rPr lang="en-US" dirty="0" smtClean="0"/>
              <a:t>cycle &amp; Tools Chains</a:t>
            </a:r>
            <a:endParaRPr lang="en-US" dirty="0" smtClean="0"/>
          </a:p>
          <a:p>
            <a:pPr>
              <a:buFont typeface="Wingdings 3" panose="05040102010807070707" pitchFamily="18" charset="2"/>
              <a:buAutoNum type="arabicPeriod"/>
            </a:pPr>
            <a:r>
              <a:rPr lang="en-US" dirty="0" smtClean="0"/>
              <a:t>Overall Test Goal and Strategies</a:t>
            </a:r>
          </a:p>
          <a:p>
            <a:pPr>
              <a:buFont typeface="Wingdings 3" panose="05040102010807070707" pitchFamily="18" charset="2"/>
              <a:buAutoNum type="arabicPeriod"/>
            </a:pPr>
            <a:r>
              <a:rPr lang="en-US" dirty="0" smtClean="0"/>
              <a:t>Concept of Test Level</a:t>
            </a:r>
          </a:p>
          <a:p>
            <a:pPr>
              <a:buFont typeface="Wingdings 3" panose="05040102010807070707" pitchFamily="18" charset="2"/>
              <a:buAutoNum type="arabicPeriod"/>
            </a:pPr>
            <a:r>
              <a:rPr lang="en-US" dirty="0" smtClean="0"/>
              <a:t>Test Role</a:t>
            </a:r>
          </a:p>
          <a:p>
            <a:pPr>
              <a:buFont typeface="Wingdings 3" panose="05040102010807070707" pitchFamily="18" charset="2"/>
              <a:buAutoNum type="arabicPeriod"/>
            </a:pPr>
            <a:endParaRPr lang="en-US" dirty="0"/>
          </a:p>
        </p:txBody>
      </p:sp>
    </p:spTree>
    <p:custDataLst>
      <p:tags r:id="rId1"/>
    </p:custDataLst>
    <p:extLst>
      <p:ext uri="{BB962C8B-B14F-4D97-AF65-F5344CB8AC3E}">
        <p14:creationId xmlns:p14="http://schemas.microsoft.com/office/powerpoint/2010/main" val="21681737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3</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a:t>SW Testing Life Cycle (ASPICE V-Model</a:t>
            </a:r>
            <a:r>
              <a:rPr lang="en-US" sz="2800" dirty="0" smtClean="0"/>
              <a:t>)</a:t>
            </a:r>
            <a:endParaRPr lang="en-US" sz="2800" dirty="0">
              <a:solidFill>
                <a:srgbClr val="A80163"/>
              </a:solidFill>
            </a:endParaRPr>
          </a:p>
        </p:txBody>
      </p:sp>
      <p:pic>
        <p:nvPicPr>
          <p:cNvPr id="9" name="Picture 8"/>
          <p:cNvPicPr>
            <a:picLocks noChangeAspect="1"/>
          </p:cNvPicPr>
          <p:nvPr>
            <p:custDataLst>
              <p:tags r:id="rId9"/>
            </p:custDataLst>
          </p:nvPr>
        </p:nvPicPr>
        <p:blipFill>
          <a:blip r:embed="rId11"/>
          <a:stretch>
            <a:fillRect/>
          </a:stretch>
        </p:blipFill>
        <p:spPr>
          <a:xfrm>
            <a:off x="1603918" y="1036320"/>
            <a:ext cx="7415622" cy="4448357"/>
          </a:xfrm>
          <a:prstGeom prst="rect">
            <a:avLst/>
          </a:prstGeom>
        </p:spPr>
      </p:pic>
    </p:spTree>
    <p:custDataLst>
      <p:tags r:id="rId1"/>
    </p:custDataLst>
    <p:extLst>
      <p:ext uri="{BB962C8B-B14F-4D97-AF65-F5344CB8AC3E}">
        <p14:creationId xmlns:p14="http://schemas.microsoft.com/office/powerpoint/2010/main" val="41878578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dirty="0" smtClean="0">
                <a:ln>
                  <a:noFill/>
                </a:ln>
                <a:effectLst/>
                <a:uLnTx/>
                <a:uFillTx/>
              </a:rPr>
              <a:t>Automotive Software Testing Life Cycle (V-Model)</a:t>
            </a: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4</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smtClean="0">
                <a:solidFill>
                  <a:srgbClr val="A80163"/>
                </a:solidFill>
              </a:rPr>
              <a:t>Testing Life </a:t>
            </a:r>
            <a:r>
              <a:rPr lang="en-US" sz="2800" dirty="0" smtClean="0">
                <a:solidFill>
                  <a:srgbClr val="A80163"/>
                </a:solidFill>
              </a:rPr>
              <a:t>Cycle - Engineering</a:t>
            </a:r>
            <a:endParaRPr lang="en-US" sz="2800" dirty="0">
              <a:solidFill>
                <a:srgbClr val="A80163"/>
              </a:solidFill>
            </a:endParaRPr>
          </a:p>
        </p:txBody>
      </p:sp>
      <p:pic>
        <p:nvPicPr>
          <p:cNvPr id="9" name="Picture 8"/>
          <p:cNvPicPr>
            <a:picLocks noChangeAspect="1"/>
          </p:cNvPicPr>
          <p:nvPr>
            <p:custDataLst>
              <p:tags r:id="rId9"/>
            </p:custDataLst>
          </p:nvPr>
        </p:nvPicPr>
        <p:blipFill>
          <a:blip r:embed="rId15"/>
          <a:stretch>
            <a:fillRect/>
          </a:stretch>
        </p:blipFill>
        <p:spPr>
          <a:xfrm>
            <a:off x="1175179" y="1319076"/>
            <a:ext cx="7988711" cy="3816546"/>
          </a:xfrm>
          <a:prstGeom prst="rect">
            <a:avLst/>
          </a:prstGeom>
        </p:spPr>
      </p:pic>
      <p:sp>
        <p:nvSpPr>
          <p:cNvPr id="11" name="Rectangular Callout 10"/>
          <p:cNvSpPr/>
          <p:nvPr>
            <p:custDataLst>
              <p:tags r:id="rId10"/>
            </p:custDataLst>
          </p:nvPr>
        </p:nvSpPr>
        <p:spPr>
          <a:xfrm>
            <a:off x="177553" y="1424940"/>
            <a:ext cx="1225119" cy="646940"/>
          </a:xfrm>
          <a:prstGeom prst="wedgeRectCallout">
            <a:avLst>
              <a:gd name="adj1" fmla="val 92716"/>
              <a:gd name="adj2" fmla="val 35068"/>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lang="en-US" sz="1200" b="1" kern="0" dirty="0" smtClean="0">
                <a:solidFill>
                  <a:srgbClr val="000000"/>
                </a:solidFill>
                <a:latin typeface="Bosch Office Sans"/>
              </a:rPr>
              <a:t>DOORs</a:t>
            </a:r>
          </a:p>
          <a:p>
            <a:pPr marL="0" marR="0" indent="0" algn="ctr" defTabSz="914400" eaLnBrk="1" fontAlgn="auto" latinLnBrk="0" hangingPunct="1">
              <a:lnSpc>
                <a:spcPct val="100000"/>
              </a:lnSpc>
              <a:spcBef>
                <a:spcPts val="0"/>
              </a:spcBef>
              <a:spcAft>
                <a:spcPts val="0"/>
              </a:spcAft>
              <a:buClrTx/>
              <a:buSzTx/>
              <a:buFontTx/>
              <a:buNone/>
              <a:tabLst/>
            </a:pPr>
            <a:r>
              <a:rPr kumimoji="0" lang="en-US" sz="1200" b="1" i="0" u="none" strike="noStrike" kern="0" cap="none" spc="0" normalizeH="0" baseline="0" noProof="0" dirty="0" err="1" smtClean="0">
                <a:ln>
                  <a:noFill/>
                </a:ln>
                <a:solidFill>
                  <a:srgbClr val="000000"/>
                </a:solidFill>
                <a:effectLst/>
                <a:uLnTx/>
                <a:uFillTx/>
                <a:latin typeface="Bosch Office Sans"/>
              </a:rPr>
              <a:t>ClearCase</a:t>
            </a:r>
            <a:endParaRPr kumimoji="0" lang="en-US" sz="1200" b="1" i="0" u="none" strike="noStrike" kern="0" cap="none" spc="0" normalizeH="0" baseline="0" noProof="0" dirty="0" smtClean="0">
              <a:ln>
                <a:noFill/>
              </a:ln>
              <a:solidFill>
                <a:srgbClr val="000000"/>
              </a:solidFill>
              <a:effectLst/>
              <a:uLnTx/>
              <a:uFillTx/>
              <a:latin typeface="Bosch Office Sans"/>
            </a:endParaRPr>
          </a:p>
          <a:p>
            <a:pPr marL="0" marR="0" indent="0" algn="ctr" defTabSz="914400" eaLnBrk="1" fontAlgn="auto" latinLnBrk="0" hangingPunct="1">
              <a:lnSpc>
                <a:spcPct val="100000"/>
              </a:lnSpc>
              <a:spcBef>
                <a:spcPts val="0"/>
              </a:spcBef>
              <a:spcAft>
                <a:spcPts val="0"/>
              </a:spcAft>
              <a:buClrTx/>
              <a:buSzTx/>
              <a:buFontTx/>
              <a:buNone/>
              <a:tabLst/>
            </a:pPr>
            <a:r>
              <a:rPr lang="en-US" sz="1200" b="1" kern="0" dirty="0" err="1" smtClean="0">
                <a:solidFill>
                  <a:srgbClr val="000000"/>
                </a:solidFill>
                <a:latin typeface="Bosch Office Sans"/>
              </a:rPr>
              <a:t>ClearQuest</a:t>
            </a:r>
            <a:endParaRPr kumimoji="0" lang="en-US" sz="1200" b="1" i="0" u="none" strike="noStrike" kern="0" cap="none" spc="0" normalizeH="0" baseline="0" noProof="0" dirty="0" smtClean="0">
              <a:ln>
                <a:noFill/>
              </a:ln>
              <a:solidFill>
                <a:srgbClr val="000000"/>
              </a:solidFill>
              <a:effectLst/>
              <a:uLnTx/>
              <a:uFillTx/>
              <a:latin typeface="Bosch Office Sans"/>
            </a:endParaRPr>
          </a:p>
        </p:txBody>
      </p:sp>
      <p:sp>
        <p:nvSpPr>
          <p:cNvPr id="12" name="Rectangular Callout 11"/>
          <p:cNvSpPr/>
          <p:nvPr>
            <p:custDataLst>
              <p:tags r:id="rId11"/>
            </p:custDataLst>
          </p:nvPr>
        </p:nvSpPr>
        <p:spPr>
          <a:xfrm>
            <a:off x="499874" y="2460500"/>
            <a:ext cx="1100831" cy="421615"/>
          </a:xfrm>
          <a:prstGeom prst="wedgeRectCallout">
            <a:avLst>
              <a:gd name="adj1" fmla="val 206648"/>
              <a:gd name="adj2" fmla="val 21750"/>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lang="en-US" sz="1200" b="1" kern="0" dirty="0" smtClean="0">
                <a:solidFill>
                  <a:srgbClr val="000000"/>
                </a:solidFill>
                <a:latin typeface="Bosch Office Sans"/>
              </a:rPr>
              <a:t>Excel Sheet DOORs</a:t>
            </a:r>
            <a:endParaRPr kumimoji="0" lang="en-US" sz="1200" b="1" i="0" u="none" strike="noStrike" kern="0" cap="none" spc="0" normalizeH="0" baseline="0" noProof="0" dirty="0" smtClean="0">
              <a:ln>
                <a:noFill/>
              </a:ln>
              <a:solidFill>
                <a:srgbClr val="000000"/>
              </a:solidFill>
              <a:effectLst/>
              <a:uLnTx/>
              <a:uFillTx/>
              <a:latin typeface="Bosch Office Sans"/>
            </a:endParaRPr>
          </a:p>
        </p:txBody>
      </p:sp>
      <p:sp>
        <p:nvSpPr>
          <p:cNvPr id="13" name="Rectangular Callout 12"/>
          <p:cNvSpPr/>
          <p:nvPr>
            <p:custDataLst>
              <p:tags r:id="rId12"/>
            </p:custDataLst>
          </p:nvPr>
        </p:nvSpPr>
        <p:spPr>
          <a:xfrm>
            <a:off x="7823951" y="3227349"/>
            <a:ext cx="1922029" cy="570736"/>
          </a:xfrm>
          <a:prstGeom prst="wedgeRectCallout">
            <a:avLst>
              <a:gd name="adj1" fmla="val -55734"/>
              <a:gd name="adj2" fmla="val 74316"/>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indent="0" defTabSz="914400" eaLnBrk="1" fontAlgn="auto" latinLnBrk="0" hangingPunct="1">
              <a:lnSpc>
                <a:spcPct val="100000"/>
              </a:lnSpc>
              <a:spcBef>
                <a:spcPts val="0"/>
              </a:spcBef>
              <a:spcAft>
                <a:spcPts val="0"/>
              </a:spcAft>
              <a:buClrTx/>
              <a:buSzTx/>
              <a:buFontTx/>
              <a:buNone/>
              <a:tabLst/>
            </a:pPr>
            <a:r>
              <a:rPr lang="en-US" sz="1200" b="1" kern="0" dirty="0" smtClean="0">
                <a:solidFill>
                  <a:srgbClr val="000000"/>
                </a:solidFill>
                <a:latin typeface="Bosch Office Sans"/>
              </a:rPr>
              <a:t>RTRT, VCAR, TPT</a:t>
            </a:r>
          </a:p>
          <a:p>
            <a:pPr marL="0" marR="0" indent="0" defTabSz="914400" eaLnBrk="1" fontAlgn="auto" latinLnBrk="0" hangingPunct="1">
              <a:lnSpc>
                <a:spcPct val="100000"/>
              </a:lnSpc>
              <a:spcBef>
                <a:spcPts val="0"/>
              </a:spcBef>
              <a:spcAft>
                <a:spcPts val="0"/>
              </a:spcAft>
              <a:buClrTx/>
              <a:buSzTx/>
              <a:buFontTx/>
              <a:buNone/>
              <a:tabLst/>
            </a:pPr>
            <a:r>
              <a:rPr lang="en-US" sz="1200" b="1" kern="0" dirty="0" smtClean="0">
                <a:solidFill>
                  <a:srgbClr val="000000"/>
                </a:solidFill>
                <a:latin typeface="Bosch Office Sans"/>
              </a:rPr>
              <a:t>HW Lab + Automation Tool</a:t>
            </a:r>
            <a:endParaRPr lang="en-US" sz="1200" b="1" kern="0" dirty="0" smtClean="0">
              <a:solidFill>
                <a:srgbClr val="000000"/>
              </a:solidFill>
              <a:latin typeface="Bosch Office Sans"/>
            </a:endParaRPr>
          </a:p>
        </p:txBody>
      </p:sp>
      <p:sp>
        <p:nvSpPr>
          <p:cNvPr id="14" name="Rectangular Callout 13"/>
          <p:cNvSpPr/>
          <p:nvPr>
            <p:custDataLst>
              <p:tags r:id="rId13"/>
            </p:custDataLst>
          </p:nvPr>
        </p:nvSpPr>
        <p:spPr>
          <a:xfrm>
            <a:off x="6635823" y="1223448"/>
            <a:ext cx="1673676" cy="666363"/>
          </a:xfrm>
          <a:prstGeom prst="wedgeRectCallout">
            <a:avLst>
              <a:gd name="adj1" fmla="val -84017"/>
              <a:gd name="adj2" fmla="val 174081"/>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indent="0" defTabSz="914400" eaLnBrk="1" fontAlgn="auto" latinLnBrk="0" hangingPunct="1">
              <a:lnSpc>
                <a:spcPct val="100000"/>
              </a:lnSpc>
              <a:spcBef>
                <a:spcPts val="0"/>
              </a:spcBef>
              <a:spcAft>
                <a:spcPts val="0"/>
              </a:spcAft>
              <a:buClrTx/>
              <a:buSzTx/>
              <a:buFontTx/>
              <a:buNone/>
              <a:tabLst/>
            </a:pPr>
            <a:r>
              <a:rPr lang="en-US" sz="1200" b="1" kern="0" dirty="0" smtClean="0">
                <a:solidFill>
                  <a:srgbClr val="000000"/>
                </a:solidFill>
                <a:latin typeface="Bosch Office Sans"/>
              </a:rPr>
              <a:t>Hardware Lab</a:t>
            </a:r>
          </a:p>
        </p:txBody>
      </p:sp>
    </p:spTree>
    <p:custDataLst>
      <p:tags r:id="rId1"/>
    </p:custDataLst>
    <p:extLst>
      <p:ext uri="{BB962C8B-B14F-4D97-AF65-F5344CB8AC3E}">
        <p14:creationId xmlns:p14="http://schemas.microsoft.com/office/powerpoint/2010/main" val="27052979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5</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endParaRPr lang="en-US" sz="2800" dirty="0">
              <a:solidFill>
                <a:srgbClr val="A80163"/>
              </a:solidFill>
            </a:endParaRPr>
          </a:p>
        </p:txBody>
      </p:sp>
      <p:sp>
        <p:nvSpPr>
          <p:cNvPr id="9" name="WordArt 23"/>
          <p:cNvSpPr>
            <a:spLocks noChangeArrowheads="1" noChangeShapeType="1" noTextEdit="1"/>
          </p:cNvSpPr>
          <p:nvPr>
            <p:custDataLst>
              <p:tags r:id="rId9"/>
            </p:custDataLst>
          </p:nvPr>
        </p:nvSpPr>
        <p:spPr bwMode="auto">
          <a:xfrm>
            <a:off x="2431835" y="1767046"/>
            <a:ext cx="4968875" cy="1152525"/>
          </a:xfrm>
          <a:prstGeom prst="rect">
            <a:avLst/>
          </a:prstGeom>
        </p:spPr>
        <p:txBody>
          <a:bodyPr wrap="none" fromWordArt="1">
            <a:prstTxWarp prst="textPlain">
              <a:avLst>
                <a:gd name="adj" fmla="val 50000"/>
              </a:avLst>
            </a:prstTxWarp>
          </a:bodyPr>
          <a:lstStyle/>
          <a:p>
            <a:pPr algn="ctr"/>
            <a:r>
              <a:rPr lang="en-GB" sz="3600" b="1" kern="10" dirty="0">
                <a:ln w="12700">
                  <a:solidFill>
                    <a:srgbClr val="EAEAEA"/>
                  </a:solidFill>
                  <a:round/>
                  <a:headEnd/>
                  <a:tailEnd/>
                </a:ln>
                <a:gradFill rotWithShape="1">
                  <a:gsLst>
                    <a:gs pos="0">
                      <a:schemeClr val="accent2"/>
                    </a:gs>
                    <a:gs pos="100000">
                      <a:srgbClr val="1F2B42"/>
                    </a:gs>
                  </a:gsLst>
                  <a:lin ang="5400000" scaled="1"/>
                </a:gradFill>
                <a:latin typeface="Impact" panose="020B0806030902050204" pitchFamily="34" charset="0"/>
              </a:rPr>
              <a:t>Overall Test </a:t>
            </a:r>
          </a:p>
          <a:p>
            <a:pPr algn="ctr"/>
            <a:r>
              <a:rPr lang="en-GB" sz="3600" b="1" kern="10" dirty="0">
                <a:ln w="12700">
                  <a:solidFill>
                    <a:srgbClr val="EAEAEA"/>
                  </a:solidFill>
                  <a:round/>
                  <a:headEnd/>
                  <a:tailEnd/>
                </a:ln>
                <a:gradFill rotWithShape="1">
                  <a:gsLst>
                    <a:gs pos="0">
                      <a:schemeClr val="accent2"/>
                    </a:gs>
                    <a:gs pos="100000">
                      <a:srgbClr val="1F2B42"/>
                    </a:gs>
                  </a:gsLst>
                  <a:lin ang="5400000" scaled="1"/>
                </a:gradFill>
                <a:latin typeface="Impact" panose="020B0806030902050204" pitchFamily="34" charset="0"/>
              </a:rPr>
              <a:t>Goals &amp; Strategies</a:t>
            </a:r>
          </a:p>
        </p:txBody>
      </p:sp>
      <p:grpSp>
        <p:nvGrpSpPr>
          <p:cNvPr id="10" name="Group 11"/>
          <p:cNvGrpSpPr>
            <a:grpSpLocks/>
          </p:cNvGrpSpPr>
          <p:nvPr/>
        </p:nvGrpSpPr>
        <p:grpSpPr bwMode="auto">
          <a:xfrm>
            <a:off x="448459" y="4348586"/>
            <a:ext cx="10018314" cy="963612"/>
            <a:chOff x="239" y="2789"/>
            <a:chExt cx="4853" cy="607"/>
          </a:xfrm>
        </p:grpSpPr>
        <p:pic>
          <p:nvPicPr>
            <p:cNvPr id="11" name="Picture 32" descr="MP900386795"/>
            <p:cNvPicPr>
              <a:picLocks noChangeAspect="1" noChangeArrowheads="1"/>
            </p:cNvPicPr>
            <p:nvPr>
              <p:custDataLst>
                <p:tags r:id="rId10"/>
              </p:custDataLst>
            </p:nvPr>
          </p:nvPicPr>
          <p:blipFill>
            <a:blip r:embed="rId15" cstate="print">
              <a:lum bright="20000"/>
              <a:extLst>
                <a:ext uri="{28A0092B-C50C-407E-A947-70E740481C1C}">
                  <a14:useLocalDpi xmlns:a14="http://schemas.microsoft.com/office/drawing/2010/main" val="0"/>
                </a:ext>
              </a:extLst>
            </a:blip>
            <a:srcRect/>
            <a:stretch>
              <a:fillRect/>
            </a:stretch>
          </p:blipFill>
          <p:spPr bwMode="auto">
            <a:xfrm>
              <a:off x="239" y="2789"/>
              <a:ext cx="1179"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1" descr="MP900386812"/>
            <p:cNvPicPr>
              <a:picLocks noChangeAspect="1" noChangeArrowheads="1"/>
            </p:cNvPicPr>
            <p:nvPr>
              <p:custDataLst>
                <p:tags r:id="rId11"/>
              </p:custDataLst>
            </p:nvPr>
          </p:nvPicPr>
          <p:blipFill>
            <a:blip r:embed="rId16" cstate="print">
              <a:lum bright="20000"/>
              <a:extLst>
                <a:ext uri="{28A0092B-C50C-407E-A947-70E740481C1C}">
                  <a14:useLocalDpi xmlns:a14="http://schemas.microsoft.com/office/drawing/2010/main" val="0"/>
                </a:ext>
              </a:extLst>
            </a:blip>
            <a:srcRect/>
            <a:stretch>
              <a:fillRect/>
            </a:stretch>
          </p:blipFill>
          <p:spPr bwMode="auto">
            <a:xfrm>
              <a:off x="1457" y="2789"/>
              <a:ext cx="1179"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3"/>
            <p:cNvPicPr>
              <a:picLocks noChangeAspect="1" noChangeArrowheads="1"/>
            </p:cNvPicPr>
            <p:nvPr>
              <p:custDataLst>
                <p:tags r:id="rId12"/>
              </p:custDataLst>
            </p:nvPr>
          </p:nvPicPr>
          <p:blipFill>
            <a:blip r:embed="rId17">
              <a:extLst>
                <a:ext uri="{28A0092B-C50C-407E-A947-70E740481C1C}">
                  <a14:useLocalDpi xmlns:a14="http://schemas.microsoft.com/office/drawing/2010/main" val="0"/>
                </a:ext>
              </a:extLst>
            </a:blip>
            <a:srcRect l="952" t="1851" r="952" b="1851"/>
            <a:stretch>
              <a:fillRect/>
            </a:stretch>
          </p:blipFill>
          <p:spPr bwMode="auto">
            <a:xfrm>
              <a:off x="2673" y="2789"/>
              <a:ext cx="1202" cy="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A7A7A7"/>
                  </a:solidFill>
                  <a:miter lim="800000"/>
                  <a:headEnd/>
                  <a:tailEnd/>
                </a14:hiddenLine>
              </a:ext>
            </a:extLst>
          </p:spPr>
        </p:pic>
        <p:pic>
          <p:nvPicPr>
            <p:cNvPr id="14" name="Picture 34" descr="MP900386794"/>
            <p:cNvPicPr>
              <a:picLocks noChangeAspect="1" noChangeArrowheads="1"/>
            </p:cNvPicPr>
            <p:nvPr>
              <p:custDataLst>
                <p:tags r:id="rId13"/>
              </p:custDataLst>
            </p:nvPr>
          </p:nvPicPr>
          <p:blipFill>
            <a:blip r:embed="rId18" cstate="print">
              <a:lum bright="20000"/>
              <a:extLst>
                <a:ext uri="{28A0092B-C50C-407E-A947-70E740481C1C}">
                  <a14:useLocalDpi xmlns:a14="http://schemas.microsoft.com/office/drawing/2010/main" val="0"/>
                </a:ext>
              </a:extLst>
            </a:blip>
            <a:srcRect/>
            <a:stretch>
              <a:fillRect/>
            </a:stretch>
          </p:blipFill>
          <p:spPr bwMode="auto">
            <a:xfrm>
              <a:off x="3913" y="2789"/>
              <a:ext cx="1179" cy="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ustDataLst>
      <p:tags r:id="rId1"/>
    </p:custDataLst>
    <p:extLst>
      <p:ext uri="{BB962C8B-B14F-4D97-AF65-F5344CB8AC3E}">
        <p14:creationId xmlns:p14="http://schemas.microsoft.com/office/powerpoint/2010/main" val="29713257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8" name="Rectangle 7"/>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7" name="Rectangle 6"/>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6" name="Rectangle 5"/>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6</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5" name="Rectangle 4"/>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4" name="TextBox 3"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GB" altLang="en-US" sz="2800" dirty="0"/>
              <a:t>Test Goals &amp; Strategies</a:t>
            </a:r>
            <a:endParaRPr lang="en-US" sz="2800" dirty="0">
              <a:solidFill>
                <a:srgbClr val="A80163"/>
              </a:solidFill>
            </a:endParaRPr>
          </a:p>
        </p:txBody>
      </p:sp>
      <p:grpSp>
        <p:nvGrpSpPr>
          <p:cNvPr id="10" name="Group 11"/>
          <p:cNvGrpSpPr>
            <a:grpSpLocks/>
          </p:cNvGrpSpPr>
          <p:nvPr/>
        </p:nvGrpSpPr>
        <p:grpSpPr bwMode="auto">
          <a:xfrm>
            <a:off x="1198995" y="1137285"/>
            <a:ext cx="6664325" cy="4117975"/>
            <a:chOff x="375" y="584"/>
            <a:chExt cx="4198" cy="2594"/>
          </a:xfrm>
        </p:grpSpPr>
        <p:pic>
          <p:nvPicPr>
            <p:cNvPr id="11" name="Picture 12"/>
            <p:cNvPicPr>
              <a:picLocks noChangeAspect="1" noChangeArrowheads="1"/>
            </p:cNvPicPr>
            <p:nvPr>
              <p:custDataLst>
                <p:tags r:id="rId10"/>
              </p:custDataLst>
            </p:nvPr>
          </p:nvPicPr>
          <p:blipFill>
            <a:blip r:embed="rId20">
              <a:extLst>
                <a:ext uri="{28A0092B-C50C-407E-A947-70E740481C1C}">
                  <a14:useLocalDpi xmlns:a14="http://schemas.microsoft.com/office/drawing/2010/main" val="0"/>
                </a:ext>
              </a:extLst>
            </a:blip>
            <a:srcRect/>
            <a:stretch>
              <a:fillRect/>
            </a:stretch>
          </p:blipFill>
          <p:spPr bwMode="auto">
            <a:xfrm>
              <a:off x="581" y="900"/>
              <a:ext cx="3789" cy="2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2" name="Group 13"/>
            <p:cNvGrpSpPr>
              <a:grpSpLocks/>
            </p:cNvGrpSpPr>
            <p:nvPr/>
          </p:nvGrpSpPr>
          <p:grpSpPr bwMode="auto">
            <a:xfrm>
              <a:off x="375" y="839"/>
              <a:ext cx="4198" cy="2339"/>
              <a:chOff x="375" y="839"/>
              <a:chExt cx="4198" cy="2339"/>
            </a:xfrm>
          </p:grpSpPr>
          <p:sp>
            <p:nvSpPr>
              <p:cNvPr id="19" name="Freeform 14"/>
              <p:cNvSpPr>
                <a:spLocks/>
              </p:cNvSpPr>
              <p:nvPr>
                <p:custDataLst>
                  <p:tags r:id="rId15"/>
                </p:custDataLst>
              </p:nvPr>
            </p:nvSpPr>
            <p:spPr bwMode="auto">
              <a:xfrm>
                <a:off x="445" y="839"/>
                <a:ext cx="4128" cy="2330"/>
              </a:xfrm>
              <a:custGeom>
                <a:avLst/>
                <a:gdLst>
                  <a:gd name="T0" fmla="*/ 2450 w 4128"/>
                  <a:gd name="T1" fmla="*/ 2330 h 2330"/>
                  <a:gd name="T2" fmla="*/ 3221 w 4128"/>
                  <a:gd name="T3" fmla="*/ 607 h 2330"/>
                  <a:gd name="T4" fmla="*/ 2268 w 4128"/>
                  <a:gd name="T5" fmla="*/ 607 h 2330"/>
                  <a:gd name="T6" fmla="*/ 1497 w 4128"/>
                  <a:gd name="T7" fmla="*/ 2330 h 2330"/>
                  <a:gd name="T8" fmla="*/ 635 w 4128"/>
                  <a:gd name="T9" fmla="*/ 2330 h 2330"/>
                  <a:gd name="T10" fmla="*/ 0 w 4128"/>
                  <a:gd name="T11" fmla="*/ 788 h 2330"/>
                  <a:gd name="T12" fmla="*/ 862 w 4128"/>
                  <a:gd name="T13" fmla="*/ 17 h 2330"/>
                  <a:gd name="T14" fmla="*/ 1917 w 4128"/>
                  <a:gd name="T15" fmla="*/ 12 h 2330"/>
                  <a:gd name="T16" fmla="*/ 1989 w 4128"/>
                  <a:gd name="T17" fmla="*/ 362 h 2330"/>
                  <a:gd name="T18" fmla="*/ 1941 w 4128"/>
                  <a:gd name="T19" fmla="*/ 410 h 2330"/>
                  <a:gd name="T20" fmla="*/ 1971 w 4128"/>
                  <a:gd name="T21" fmla="*/ 506 h 2330"/>
                  <a:gd name="T22" fmla="*/ 2025 w 4128"/>
                  <a:gd name="T23" fmla="*/ 578 h 2330"/>
                  <a:gd name="T24" fmla="*/ 2277 w 4128"/>
                  <a:gd name="T25" fmla="*/ 608 h 2330"/>
                  <a:gd name="T26" fmla="*/ 2457 w 4128"/>
                  <a:gd name="T27" fmla="*/ 548 h 2330"/>
                  <a:gd name="T28" fmla="*/ 2505 w 4128"/>
                  <a:gd name="T29" fmla="*/ 428 h 2330"/>
                  <a:gd name="T30" fmla="*/ 2343 w 4128"/>
                  <a:gd name="T31" fmla="*/ 308 h 2330"/>
                  <a:gd name="T32" fmla="*/ 1991 w 4128"/>
                  <a:gd name="T33" fmla="*/ 362 h 2330"/>
                  <a:gd name="T34" fmla="*/ 1913 w 4128"/>
                  <a:gd name="T35" fmla="*/ 0 h 2330"/>
                  <a:gd name="T36" fmla="*/ 4128 w 4128"/>
                  <a:gd name="T37" fmla="*/ 62 h 2330"/>
                  <a:gd name="T38" fmla="*/ 4128 w 4128"/>
                  <a:gd name="T39" fmla="*/ 2285 h 2330"/>
                  <a:gd name="T40" fmla="*/ 2450 w 4128"/>
                  <a:gd name="T41" fmla="*/ 2330 h 23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128" h="2330">
                    <a:moveTo>
                      <a:pt x="2450" y="2330"/>
                    </a:moveTo>
                    <a:lnTo>
                      <a:pt x="3221" y="607"/>
                    </a:lnTo>
                    <a:lnTo>
                      <a:pt x="2268" y="607"/>
                    </a:lnTo>
                    <a:lnTo>
                      <a:pt x="1497" y="2330"/>
                    </a:lnTo>
                    <a:lnTo>
                      <a:pt x="635" y="2330"/>
                    </a:lnTo>
                    <a:lnTo>
                      <a:pt x="0" y="788"/>
                    </a:lnTo>
                    <a:lnTo>
                      <a:pt x="862" y="17"/>
                    </a:lnTo>
                    <a:lnTo>
                      <a:pt x="1917" y="12"/>
                    </a:lnTo>
                    <a:lnTo>
                      <a:pt x="1989" y="362"/>
                    </a:lnTo>
                    <a:lnTo>
                      <a:pt x="1941" y="410"/>
                    </a:lnTo>
                    <a:lnTo>
                      <a:pt x="1971" y="506"/>
                    </a:lnTo>
                    <a:lnTo>
                      <a:pt x="2025" y="578"/>
                    </a:lnTo>
                    <a:lnTo>
                      <a:pt x="2277" y="608"/>
                    </a:lnTo>
                    <a:lnTo>
                      <a:pt x="2457" y="548"/>
                    </a:lnTo>
                    <a:lnTo>
                      <a:pt x="2505" y="428"/>
                    </a:lnTo>
                    <a:lnTo>
                      <a:pt x="2343" y="308"/>
                    </a:lnTo>
                    <a:lnTo>
                      <a:pt x="1991" y="362"/>
                    </a:lnTo>
                    <a:lnTo>
                      <a:pt x="1913" y="0"/>
                    </a:lnTo>
                    <a:lnTo>
                      <a:pt x="4128" y="62"/>
                    </a:lnTo>
                    <a:lnTo>
                      <a:pt x="4128" y="2285"/>
                    </a:lnTo>
                    <a:lnTo>
                      <a:pt x="2450" y="2330"/>
                    </a:lnTo>
                    <a:close/>
                  </a:path>
                </a:pathLst>
              </a:custGeom>
              <a:solidFill>
                <a:srgbClr val="FFFFFF">
                  <a:alpha val="74901"/>
                </a:srgbClr>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2700" rIns="0" bIns="0"/>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0" name="Freeform 15"/>
              <p:cNvSpPr>
                <a:spLocks/>
              </p:cNvSpPr>
              <p:nvPr>
                <p:custDataLst>
                  <p:tags r:id="rId16"/>
                </p:custDataLst>
              </p:nvPr>
            </p:nvSpPr>
            <p:spPr bwMode="auto">
              <a:xfrm>
                <a:off x="1972" y="1488"/>
                <a:ext cx="1641" cy="1690"/>
              </a:xfrm>
              <a:custGeom>
                <a:avLst/>
                <a:gdLst>
                  <a:gd name="T0" fmla="*/ 576 w 1641"/>
                  <a:gd name="T1" fmla="*/ 1670 h 1690"/>
                  <a:gd name="T2" fmla="*/ 216 w 1641"/>
                  <a:gd name="T3" fmla="*/ 1664 h 1690"/>
                  <a:gd name="T4" fmla="*/ 162 w 1641"/>
                  <a:gd name="T5" fmla="*/ 1640 h 1690"/>
                  <a:gd name="T6" fmla="*/ 24 w 1641"/>
                  <a:gd name="T7" fmla="*/ 1646 h 1690"/>
                  <a:gd name="T8" fmla="*/ 0 w 1641"/>
                  <a:gd name="T9" fmla="*/ 1604 h 1690"/>
                  <a:gd name="T10" fmla="*/ 66 w 1641"/>
                  <a:gd name="T11" fmla="*/ 1484 h 1690"/>
                  <a:gd name="T12" fmla="*/ 90 w 1641"/>
                  <a:gd name="T13" fmla="*/ 1418 h 1690"/>
                  <a:gd name="T14" fmla="*/ 102 w 1641"/>
                  <a:gd name="T15" fmla="*/ 1382 h 1690"/>
                  <a:gd name="T16" fmla="*/ 108 w 1641"/>
                  <a:gd name="T17" fmla="*/ 1340 h 1690"/>
                  <a:gd name="T18" fmla="*/ 168 w 1641"/>
                  <a:gd name="T19" fmla="*/ 1262 h 1690"/>
                  <a:gd name="T20" fmla="*/ 210 w 1641"/>
                  <a:gd name="T21" fmla="*/ 1172 h 1690"/>
                  <a:gd name="T22" fmla="*/ 270 w 1641"/>
                  <a:gd name="T23" fmla="*/ 1082 h 1690"/>
                  <a:gd name="T24" fmla="*/ 282 w 1641"/>
                  <a:gd name="T25" fmla="*/ 1046 h 1690"/>
                  <a:gd name="T26" fmla="*/ 348 w 1641"/>
                  <a:gd name="T27" fmla="*/ 962 h 1690"/>
                  <a:gd name="T28" fmla="*/ 372 w 1641"/>
                  <a:gd name="T29" fmla="*/ 878 h 1690"/>
                  <a:gd name="T30" fmla="*/ 408 w 1641"/>
                  <a:gd name="T31" fmla="*/ 824 h 1690"/>
                  <a:gd name="T32" fmla="*/ 432 w 1641"/>
                  <a:gd name="T33" fmla="*/ 698 h 1690"/>
                  <a:gd name="T34" fmla="*/ 468 w 1641"/>
                  <a:gd name="T35" fmla="*/ 626 h 1690"/>
                  <a:gd name="T36" fmla="*/ 534 w 1641"/>
                  <a:gd name="T37" fmla="*/ 530 h 1690"/>
                  <a:gd name="T38" fmla="*/ 570 w 1641"/>
                  <a:gd name="T39" fmla="*/ 470 h 1690"/>
                  <a:gd name="T40" fmla="*/ 630 w 1641"/>
                  <a:gd name="T41" fmla="*/ 380 h 1690"/>
                  <a:gd name="T42" fmla="*/ 666 w 1641"/>
                  <a:gd name="T43" fmla="*/ 326 h 1690"/>
                  <a:gd name="T44" fmla="*/ 720 w 1641"/>
                  <a:gd name="T45" fmla="*/ 176 h 1690"/>
                  <a:gd name="T46" fmla="*/ 822 w 1641"/>
                  <a:gd name="T47" fmla="*/ 26 h 1690"/>
                  <a:gd name="T48" fmla="*/ 1242 w 1641"/>
                  <a:gd name="T49" fmla="*/ 26 h 1690"/>
                  <a:gd name="T50" fmla="*/ 1584 w 1641"/>
                  <a:gd name="T51" fmla="*/ 20 h 1690"/>
                  <a:gd name="T52" fmla="*/ 1614 w 1641"/>
                  <a:gd name="T53" fmla="*/ 104 h 1690"/>
                  <a:gd name="T54" fmla="*/ 1512 w 1641"/>
                  <a:gd name="T55" fmla="*/ 302 h 1690"/>
                  <a:gd name="T56" fmla="*/ 1476 w 1641"/>
                  <a:gd name="T57" fmla="*/ 446 h 1690"/>
                  <a:gd name="T58" fmla="*/ 1422 w 1641"/>
                  <a:gd name="T59" fmla="*/ 524 h 1690"/>
                  <a:gd name="T60" fmla="*/ 1392 w 1641"/>
                  <a:gd name="T61" fmla="*/ 704 h 1690"/>
                  <a:gd name="T62" fmla="*/ 1374 w 1641"/>
                  <a:gd name="T63" fmla="*/ 716 h 1690"/>
                  <a:gd name="T64" fmla="*/ 1338 w 1641"/>
                  <a:gd name="T65" fmla="*/ 764 h 1690"/>
                  <a:gd name="T66" fmla="*/ 1314 w 1641"/>
                  <a:gd name="T67" fmla="*/ 800 h 1690"/>
                  <a:gd name="T68" fmla="*/ 1278 w 1641"/>
                  <a:gd name="T69" fmla="*/ 908 h 1690"/>
                  <a:gd name="T70" fmla="*/ 1248 w 1641"/>
                  <a:gd name="T71" fmla="*/ 944 h 1690"/>
                  <a:gd name="T72" fmla="*/ 1212 w 1641"/>
                  <a:gd name="T73" fmla="*/ 1016 h 1690"/>
                  <a:gd name="T74" fmla="*/ 1140 w 1641"/>
                  <a:gd name="T75" fmla="*/ 1202 h 1690"/>
                  <a:gd name="T76" fmla="*/ 1092 w 1641"/>
                  <a:gd name="T77" fmla="*/ 1274 h 1690"/>
                  <a:gd name="T78" fmla="*/ 966 w 1641"/>
                  <a:gd name="T79" fmla="*/ 1442 h 1690"/>
                  <a:gd name="T80" fmla="*/ 900 w 1641"/>
                  <a:gd name="T81" fmla="*/ 1592 h 1690"/>
                  <a:gd name="T82" fmla="*/ 876 w 1641"/>
                  <a:gd name="T83" fmla="*/ 1628 h 1690"/>
                  <a:gd name="T84" fmla="*/ 840 w 1641"/>
                  <a:gd name="T85" fmla="*/ 1646 h 1690"/>
                  <a:gd name="T86" fmla="*/ 732 w 1641"/>
                  <a:gd name="T87" fmla="*/ 1688 h 1690"/>
                  <a:gd name="T88" fmla="*/ 612 w 1641"/>
                  <a:gd name="T89" fmla="*/ 1688 h 1690"/>
                  <a:gd name="T90" fmla="*/ 576 w 1641"/>
                  <a:gd name="T91" fmla="*/ 1670 h 169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41" h="1690">
                    <a:moveTo>
                      <a:pt x="576" y="1670"/>
                    </a:moveTo>
                    <a:cubicBezTo>
                      <a:pt x="456" y="1668"/>
                      <a:pt x="336" y="1670"/>
                      <a:pt x="216" y="1664"/>
                    </a:cubicBezTo>
                    <a:cubicBezTo>
                      <a:pt x="196" y="1663"/>
                      <a:pt x="162" y="1640"/>
                      <a:pt x="162" y="1640"/>
                    </a:cubicBezTo>
                    <a:cubicBezTo>
                      <a:pt x="105" y="1648"/>
                      <a:pt x="86" y="1651"/>
                      <a:pt x="24" y="1646"/>
                    </a:cubicBezTo>
                    <a:cubicBezTo>
                      <a:pt x="17" y="1636"/>
                      <a:pt x="0" y="1619"/>
                      <a:pt x="0" y="1604"/>
                    </a:cubicBezTo>
                    <a:cubicBezTo>
                      <a:pt x="0" y="1546"/>
                      <a:pt x="38" y="1526"/>
                      <a:pt x="66" y="1484"/>
                    </a:cubicBezTo>
                    <a:cubicBezTo>
                      <a:pt x="72" y="1455"/>
                      <a:pt x="79" y="1443"/>
                      <a:pt x="90" y="1418"/>
                    </a:cubicBezTo>
                    <a:cubicBezTo>
                      <a:pt x="95" y="1406"/>
                      <a:pt x="102" y="1382"/>
                      <a:pt x="102" y="1382"/>
                    </a:cubicBezTo>
                    <a:cubicBezTo>
                      <a:pt x="104" y="1368"/>
                      <a:pt x="104" y="1354"/>
                      <a:pt x="108" y="1340"/>
                    </a:cubicBezTo>
                    <a:cubicBezTo>
                      <a:pt x="117" y="1311"/>
                      <a:pt x="154" y="1290"/>
                      <a:pt x="168" y="1262"/>
                    </a:cubicBezTo>
                    <a:cubicBezTo>
                      <a:pt x="190" y="1219"/>
                      <a:pt x="170" y="1212"/>
                      <a:pt x="210" y="1172"/>
                    </a:cubicBezTo>
                    <a:cubicBezTo>
                      <a:pt x="223" y="1134"/>
                      <a:pt x="255" y="1116"/>
                      <a:pt x="270" y="1082"/>
                    </a:cubicBezTo>
                    <a:cubicBezTo>
                      <a:pt x="275" y="1070"/>
                      <a:pt x="271" y="1053"/>
                      <a:pt x="282" y="1046"/>
                    </a:cubicBezTo>
                    <a:cubicBezTo>
                      <a:pt x="314" y="1025"/>
                      <a:pt x="336" y="998"/>
                      <a:pt x="348" y="962"/>
                    </a:cubicBezTo>
                    <a:cubicBezTo>
                      <a:pt x="352" y="932"/>
                      <a:pt x="355" y="904"/>
                      <a:pt x="372" y="878"/>
                    </a:cubicBezTo>
                    <a:cubicBezTo>
                      <a:pt x="386" y="857"/>
                      <a:pt x="401" y="850"/>
                      <a:pt x="408" y="824"/>
                    </a:cubicBezTo>
                    <a:cubicBezTo>
                      <a:pt x="420" y="783"/>
                      <a:pt x="419" y="737"/>
                      <a:pt x="432" y="698"/>
                    </a:cubicBezTo>
                    <a:cubicBezTo>
                      <a:pt x="441" y="672"/>
                      <a:pt x="456" y="650"/>
                      <a:pt x="468" y="626"/>
                    </a:cubicBezTo>
                    <a:cubicBezTo>
                      <a:pt x="485" y="593"/>
                      <a:pt x="502" y="551"/>
                      <a:pt x="534" y="530"/>
                    </a:cubicBezTo>
                    <a:cubicBezTo>
                      <a:pt x="547" y="510"/>
                      <a:pt x="557" y="490"/>
                      <a:pt x="570" y="470"/>
                    </a:cubicBezTo>
                    <a:cubicBezTo>
                      <a:pt x="579" y="433"/>
                      <a:pt x="599" y="401"/>
                      <a:pt x="630" y="380"/>
                    </a:cubicBezTo>
                    <a:cubicBezTo>
                      <a:pt x="642" y="362"/>
                      <a:pt x="659" y="347"/>
                      <a:pt x="666" y="326"/>
                    </a:cubicBezTo>
                    <a:cubicBezTo>
                      <a:pt x="683" y="275"/>
                      <a:pt x="689" y="222"/>
                      <a:pt x="720" y="176"/>
                    </a:cubicBezTo>
                    <a:cubicBezTo>
                      <a:pt x="737" y="89"/>
                      <a:pt x="753" y="49"/>
                      <a:pt x="822" y="26"/>
                    </a:cubicBezTo>
                    <a:cubicBezTo>
                      <a:pt x="984" y="8"/>
                      <a:pt x="1114" y="29"/>
                      <a:pt x="1242" y="26"/>
                    </a:cubicBezTo>
                    <a:cubicBezTo>
                      <a:pt x="1347" y="0"/>
                      <a:pt x="1488" y="18"/>
                      <a:pt x="1584" y="20"/>
                    </a:cubicBezTo>
                    <a:cubicBezTo>
                      <a:pt x="1641" y="39"/>
                      <a:pt x="1624" y="21"/>
                      <a:pt x="1614" y="104"/>
                    </a:cubicBezTo>
                    <a:cubicBezTo>
                      <a:pt x="1604" y="184"/>
                      <a:pt x="1536" y="231"/>
                      <a:pt x="1512" y="302"/>
                    </a:cubicBezTo>
                    <a:cubicBezTo>
                      <a:pt x="1506" y="377"/>
                      <a:pt x="1514" y="392"/>
                      <a:pt x="1476" y="446"/>
                    </a:cubicBezTo>
                    <a:cubicBezTo>
                      <a:pt x="1455" y="476"/>
                      <a:pt x="1455" y="502"/>
                      <a:pt x="1422" y="524"/>
                    </a:cubicBezTo>
                    <a:cubicBezTo>
                      <a:pt x="1402" y="584"/>
                      <a:pt x="1412" y="644"/>
                      <a:pt x="1392" y="704"/>
                    </a:cubicBezTo>
                    <a:cubicBezTo>
                      <a:pt x="1390" y="711"/>
                      <a:pt x="1379" y="711"/>
                      <a:pt x="1374" y="716"/>
                    </a:cubicBezTo>
                    <a:cubicBezTo>
                      <a:pt x="1361" y="731"/>
                      <a:pt x="1338" y="764"/>
                      <a:pt x="1338" y="764"/>
                    </a:cubicBezTo>
                    <a:cubicBezTo>
                      <a:pt x="1318" y="824"/>
                      <a:pt x="1351" y="733"/>
                      <a:pt x="1314" y="800"/>
                    </a:cubicBezTo>
                    <a:cubicBezTo>
                      <a:pt x="1297" y="831"/>
                      <a:pt x="1289" y="874"/>
                      <a:pt x="1278" y="908"/>
                    </a:cubicBezTo>
                    <a:cubicBezTo>
                      <a:pt x="1273" y="923"/>
                      <a:pt x="1254" y="930"/>
                      <a:pt x="1248" y="944"/>
                    </a:cubicBezTo>
                    <a:cubicBezTo>
                      <a:pt x="1215" y="1019"/>
                      <a:pt x="1262" y="941"/>
                      <a:pt x="1212" y="1016"/>
                    </a:cubicBezTo>
                    <a:cubicBezTo>
                      <a:pt x="1179" y="1065"/>
                      <a:pt x="1184" y="1158"/>
                      <a:pt x="1140" y="1202"/>
                    </a:cubicBezTo>
                    <a:cubicBezTo>
                      <a:pt x="1131" y="1229"/>
                      <a:pt x="1108" y="1250"/>
                      <a:pt x="1092" y="1274"/>
                    </a:cubicBezTo>
                    <a:cubicBezTo>
                      <a:pt x="1053" y="1332"/>
                      <a:pt x="1017" y="1391"/>
                      <a:pt x="966" y="1442"/>
                    </a:cubicBezTo>
                    <a:cubicBezTo>
                      <a:pt x="923" y="1485"/>
                      <a:pt x="931" y="1546"/>
                      <a:pt x="900" y="1592"/>
                    </a:cubicBezTo>
                    <a:cubicBezTo>
                      <a:pt x="892" y="1604"/>
                      <a:pt x="884" y="1616"/>
                      <a:pt x="876" y="1628"/>
                    </a:cubicBezTo>
                    <a:cubicBezTo>
                      <a:pt x="867" y="1641"/>
                      <a:pt x="852" y="1640"/>
                      <a:pt x="840" y="1646"/>
                    </a:cubicBezTo>
                    <a:cubicBezTo>
                      <a:pt x="804" y="1664"/>
                      <a:pt x="775" y="1686"/>
                      <a:pt x="732" y="1688"/>
                    </a:cubicBezTo>
                    <a:cubicBezTo>
                      <a:pt x="692" y="1690"/>
                      <a:pt x="652" y="1688"/>
                      <a:pt x="612" y="1688"/>
                    </a:cubicBezTo>
                    <a:lnTo>
                      <a:pt x="576" y="1670"/>
                    </a:lnTo>
                    <a:close/>
                  </a:path>
                </a:pathLst>
              </a:custGeom>
              <a:noFill/>
              <a:ln w="28575" cap="flat" cmpd="sng">
                <a:solidFill>
                  <a:srgbClr val="DF0024"/>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2700" rIns="0" bIns="0"/>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1" name="Line 16"/>
              <p:cNvSpPr>
                <a:spLocks noChangeShapeType="1"/>
              </p:cNvSpPr>
              <p:nvPr>
                <p:custDataLst>
                  <p:tags r:id="rId17"/>
                </p:custDataLst>
              </p:nvPr>
            </p:nvSpPr>
            <p:spPr bwMode="auto">
              <a:xfrm>
                <a:off x="945" y="1092"/>
                <a:ext cx="1496" cy="1044"/>
              </a:xfrm>
              <a:prstGeom prst="line">
                <a:avLst/>
              </a:prstGeom>
              <a:noFill/>
              <a:ln w="28575">
                <a:solidFill>
                  <a:srgbClr val="DF002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2700" rIns="0" bIns="0"/>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2" name="Text Box 17"/>
              <p:cNvSpPr txBox="1">
                <a:spLocks noChangeArrowheads="1"/>
              </p:cNvSpPr>
              <p:nvPr>
                <p:custDataLst>
                  <p:tags r:id="rId18"/>
                </p:custDataLst>
              </p:nvPr>
            </p:nvSpPr>
            <p:spPr bwMode="auto">
              <a:xfrm>
                <a:off x="375" y="911"/>
                <a:ext cx="664"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12700" rIns="0" bIns="0">
                <a:spAutoFit/>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en-US" sz="1800" b="0" i="0" u="none" strike="noStrike" kern="0" cap="none" spc="0" normalizeH="0" baseline="0" noProof="0" smtClean="0">
                    <a:ln>
                      <a:noFill/>
                    </a:ln>
                    <a:solidFill>
                      <a:srgbClr val="000000"/>
                    </a:solidFill>
                    <a:effectLst/>
                    <a:uLnTx/>
                    <a:uFillTx/>
                    <a:latin typeface="Bosch Office Sans" pitchFamily="2" charset="0"/>
                  </a:rPr>
                  <a:t>Test Level</a:t>
                </a:r>
              </a:p>
            </p:txBody>
          </p:sp>
        </p:grpSp>
        <p:grpSp>
          <p:nvGrpSpPr>
            <p:cNvPr id="13" name="Group 18"/>
            <p:cNvGrpSpPr>
              <a:grpSpLocks/>
            </p:cNvGrpSpPr>
            <p:nvPr/>
          </p:nvGrpSpPr>
          <p:grpSpPr bwMode="auto">
            <a:xfrm>
              <a:off x="2395" y="584"/>
              <a:ext cx="1835" cy="861"/>
              <a:chOff x="2395" y="584"/>
              <a:chExt cx="1835" cy="861"/>
            </a:xfrm>
          </p:grpSpPr>
          <p:sp>
            <p:nvSpPr>
              <p:cNvPr id="14" name="Oval 19"/>
              <p:cNvSpPr>
                <a:spLocks noChangeArrowheads="1"/>
              </p:cNvSpPr>
              <p:nvPr>
                <p:custDataLst>
                  <p:tags r:id="rId11"/>
                </p:custDataLst>
              </p:nvPr>
            </p:nvSpPr>
            <p:spPr bwMode="auto">
              <a:xfrm>
                <a:off x="2395" y="1173"/>
                <a:ext cx="545" cy="272"/>
              </a:xfrm>
              <a:prstGeom prst="ellipse">
                <a:avLst/>
              </a:prstGeom>
              <a:noFill/>
              <a:ln w="28575" algn="ctr">
                <a:solidFill>
                  <a:srgbClr val="DF0024"/>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12700" rIns="0" bIns="0" anchor="ct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altLang="en-US" sz="1800" b="0" i="0" u="none" strike="noStrike" kern="0" cap="none" spc="0" normalizeH="0" baseline="0" noProof="0" smtClean="0">
                  <a:ln>
                    <a:noFill/>
                  </a:ln>
                  <a:solidFill>
                    <a:srgbClr val="000000"/>
                  </a:solidFill>
                  <a:effectLst/>
                  <a:uLnTx/>
                  <a:uFillTx/>
                  <a:latin typeface="Bosch Office Sans" pitchFamily="2" charset="0"/>
                </a:endParaRPr>
              </a:p>
            </p:txBody>
          </p:sp>
          <p:grpSp>
            <p:nvGrpSpPr>
              <p:cNvPr id="15" name="Group 20"/>
              <p:cNvGrpSpPr>
                <a:grpSpLocks/>
              </p:cNvGrpSpPr>
              <p:nvPr/>
            </p:nvGrpSpPr>
            <p:grpSpPr bwMode="auto">
              <a:xfrm>
                <a:off x="3006" y="584"/>
                <a:ext cx="1224" cy="498"/>
                <a:chOff x="3368" y="710"/>
                <a:chExt cx="1224" cy="498"/>
              </a:xfrm>
            </p:grpSpPr>
            <p:sp>
              <p:nvSpPr>
                <p:cNvPr id="17" name="Text Box 21"/>
                <p:cNvSpPr txBox="1">
                  <a:spLocks noChangeArrowheads="1"/>
                </p:cNvSpPr>
                <p:nvPr>
                  <p:custDataLst>
                    <p:tags r:id="rId13"/>
                  </p:custDataLst>
                </p:nvPr>
              </p:nvSpPr>
              <p:spPr bwMode="auto">
                <a:xfrm>
                  <a:off x="3481" y="789"/>
                  <a:ext cx="976"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12700" rIns="0" bIns="0">
                  <a:spAutoFit/>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en-US" sz="1800" b="0" i="0" u="none" strike="noStrike" kern="0" cap="none" spc="0" normalizeH="0" baseline="0" noProof="0" smtClean="0">
                      <a:ln>
                        <a:noFill/>
                      </a:ln>
                      <a:solidFill>
                        <a:srgbClr val="000000"/>
                      </a:solidFill>
                      <a:effectLst/>
                      <a:uLnTx/>
                      <a:uFillTx/>
                      <a:latin typeface="Bosch Office Sans" pitchFamily="2" charset="0"/>
                    </a:rPr>
                    <a:t>Test Goals and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en-US" sz="1800" b="0" i="0" u="none" strike="noStrike" kern="0" cap="none" spc="0" normalizeH="0" baseline="0" noProof="0" smtClean="0">
                      <a:ln>
                        <a:noFill/>
                      </a:ln>
                      <a:solidFill>
                        <a:srgbClr val="000000"/>
                      </a:solidFill>
                      <a:effectLst/>
                      <a:uLnTx/>
                      <a:uFillTx/>
                      <a:latin typeface="Bosch Office Sans" pitchFamily="2" charset="0"/>
                    </a:rPr>
                    <a:t>Strategies</a:t>
                  </a:r>
                </a:p>
              </p:txBody>
            </p:sp>
            <p:sp>
              <p:nvSpPr>
                <p:cNvPr id="18" name="Rectangle 22"/>
                <p:cNvSpPr>
                  <a:spLocks noChangeArrowheads="1"/>
                </p:cNvSpPr>
                <p:nvPr>
                  <p:custDataLst>
                    <p:tags r:id="rId14"/>
                  </p:custDataLst>
                </p:nvPr>
              </p:nvSpPr>
              <p:spPr bwMode="auto">
                <a:xfrm>
                  <a:off x="3368" y="710"/>
                  <a:ext cx="1224" cy="498"/>
                </a:xfrm>
                <a:prstGeom prst="rect">
                  <a:avLst/>
                </a:prstGeom>
                <a:noFill/>
                <a:ln w="28575" algn="ctr">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12700" rIns="0" bIns="0" anchor="ct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altLang="en-US" sz="1800" b="0" i="0" u="none" strike="noStrike" kern="0" cap="none" spc="0" normalizeH="0" baseline="0" noProof="0" smtClean="0">
                    <a:ln>
                      <a:noFill/>
                    </a:ln>
                    <a:solidFill>
                      <a:srgbClr val="000000"/>
                    </a:solidFill>
                    <a:effectLst/>
                    <a:uLnTx/>
                    <a:uFillTx/>
                    <a:latin typeface="Bosch Office Sans" pitchFamily="2" charset="0"/>
                  </a:endParaRPr>
                </a:p>
              </p:txBody>
            </p:sp>
          </p:grpSp>
          <p:sp>
            <p:nvSpPr>
              <p:cNvPr id="16" name="Freeform 23"/>
              <p:cNvSpPr>
                <a:spLocks/>
              </p:cNvSpPr>
              <p:nvPr>
                <p:custDataLst>
                  <p:tags r:id="rId12"/>
                </p:custDataLst>
              </p:nvPr>
            </p:nvSpPr>
            <p:spPr bwMode="auto">
              <a:xfrm>
                <a:off x="2798" y="1082"/>
                <a:ext cx="208" cy="106"/>
              </a:xfrm>
              <a:custGeom>
                <a:avLst/>
                <a:gdLst>
                  <a:gd name="T0" fmla="*/ 0 w 142"/>
                  <a:gd name="T1" fmla="*/ 106 h 287"/>
                  <a:gd name="T2" fmla="*/ 208 w 142"/>
                  <a:gd name="T3" fmla="*/ 0 h 287"/>
                  <a:gd name="T4" fmla="*/ 0 60000 65536"/>
                  <a:gd name="T5" fmla="*/ 0 60000 65536"/>
                </a:gdLst>
                <a:ahLst/>
                <a:cxnLst>
                  <a:cxn ang="T4">
                    <a:pos x="T0" y="T1"/>
                  </a:cxn>
                  <a:cxn ang="T5">
                    <a:pos x="T2" y="T3"/>
                  </a:cxn>
                </a:cxnLst>
                <a:rect l="0" t="0" r="r" b="b"/>
                <a:pathLst>
                  <a:path w="142" h="287">
                    <a:moveTo>
                      <a:pt x="0" y="287"/>
                    </a:moveTo>
                    <a:lnTo>
                      <a:pt x="142" y="0"/>
                    </a:lnTo>
                  </a:path>
                </a:pathLst>
              </a:custGeom>
              <a:noFill/>
              <a:ln w="28575" cap="flat" cmpd="sng">
                <a:solidFill>
                  <a:srgbClr val="DF0024"/>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2700" rIns="0" bIns="0"/>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grpSp>
      </p:grpSp>
      <p:sp>
        <p:nvSpPr>
          <p:cNvPr id="23" name="Freeform 25"/>
          <p:cNvSpPr>
            <a:spLocks/>
          </p:cNvSpPr>
          <p:nvPr>
            <p:custDataLst>
              <p:tags r:id="rId9"/>
            </p:custDataLst>
          </p:nvPr>
        </p:nvSpPr>
        <p:spPr bwMode="auto">
          <a:xfrm>
            <a:off x="3862820" y="4159885"/>
            <a:ext cx="1657350" cy="985838"/>
          </a:xfrm>
          <a:custGeom>
            <a:avLst/>
            <a:gdLst>
              <a:gd name="T0" fmla="*/ 0 w 1044"/>
              <a:gd name="T1" fmla="*/ 901700 h 621"/>
              <a:gd name="T2" fmla="*/ 85725 w 1044"/>
              <a:gd name="T3" fmla="*/ 796925 h 621"/>
              <a:gd name="T4" fmla="*/ 161925 w 1044"/>
              <a:gd name="T5" fmla="*/ 682625 h 621"/>
              <a:gd name="T6" fmla="*/ 266700 w 1044"/>
              <a:gd name="T7" fmla="*/ 454025 h 621"/>
              <a:gd name="T8" fmla="*/ 314325 w 1044"/>
              <a:gd name="T9" fmla="*/ 339725 h 621"/>
              <a:gd name="T10" fmla="*/ 361950 w 1044"/>
              <a:gd name="T11" fmla="*/ 254000 h 621"/>
              <a:gd name="T12" fmla="*/ 971550 w 1044"/>
              <a:gd name="T13" fmla="*/ 92075 h 621"/>
              <a:gd name="T14" fmla="*/ 1581150 w 1044"/>
              <a:gd name="T15" fmla="*/ 158750 h 621"/>
              <a:gd name="T16" fmla="*/ 1543050 w 1044"/>
              <a:gd name="T17" fmla="*/ 349250 h 621"/>
              <a:gd name="T18" fmla="*/ 1485900 w 1044"/>
              <a:gd name="T19" fmla="*/ 406400 h 621"/>
              <a:gd name="T20" fmla="*/ 1457325 w 1044"/>
              <a:gd name="T21" fmla="*/ 434975 h 621"/>
              <a:gd name="T22" fmla="*/ 1438275 w 1044"/>
              <a:gd name="T23" fmla="*/ 577850 h 621"/>
              <a:gd name="T24" fmla="*/ 1314450 w 1044"/>
              <a:gd name="T25" fmla="*/ 673100 h 621"/>
              <a:gd name="T26" fmla="*/ 1295400 w 1044"/>
              <a:gd name="T27" fmla="*/ 901700 h 621"/>
              <a:gd name="T28" fmla="*/ 1219200 w 1044"/>
              <a:gd name="T29" fmla="*/ 949325 h 621"/>
              <a:gd name="T30" fmla="*/ 981075 w 1044"/>
              <a:gd name="T31" fmla="*/ 977900 h 621"/>
              <a:gd name="T32" fmla="*/ 828675 w 1044"/>
              <a:gd name="T33" fmla="*/ 949325 h 621"/>
              <a:gd name="T34" fmla="*/ 781050 w 1044"/>
              <a:gd name="T35" fmla="*/ 892175 h 621"/>
              <a:gd name="T36" fmla="*/ 685800 w 1044"/>
              <a:gd name="T37" fmla="*/ 844550 h 621"/>
              <a:gd name="T38" fmla="*/ 381000 w 1044"/>
              <a:gd name="T39" fmla="*/ 920750 h 621"/>
              <a:gd name="T40" fmla="*/ 171450 w 1044"/>
              <a:gd name="T41" fmla="*/ 958850 h 621"/>
              <a:gd name="T42" fmla="*/ 0 w 1044"/>
              <a:gd name="T43" fmla="*/ 901700 h 62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44" h="621">
                <a:moveTo>
                  <a:pt x="0" y="568"/>
                </a:moveTo>
                <a:cubicBezTo>
                  <a:pt x="19" y="540"/>
                  <a:pt x="27" y="520"/>
                  <a:pt x="54" y="502"/>
                </a:cubicBezTo>
                <a:cubicBezTo>
                  <a:pt x="66" y="467"/>
                  <a:pt x="71" y="451"/>
                  <a:pt x="102" y="430"/>
                </a:cubicBezTo>
                <a:cubicBezTo>
                  <a:pt x="119" y="378"/>
                  <a:pt x="137" y="332"/>
                  <a:pt x="168" y="286"/>
                </a:cubicBezTo>
                <a:cubicBezTo>
                  <a:pt x="182" y="228"/>
                  <a:pt x="170" y="251"/>
                  <a:pt x="198" y="214"/>
                </a:cubicBezTo>
                <a:cubicBezTo>
                  <a:pt x="210" y="167"/>
                  <a:pt x="195" y="213"/>
                  <a:pt x="228" y="160"/>
                </a:cubicBezTo>
                <a:cubicBezTo>
                  <a:pt x="328" y="0"/>
                  <a:pt x="349" y="68"/>
                  <a:pt x="612" y="58"/>
                </a:cubicBezTo>
                <a:cubicBezTo>
                  <a:pt x="738" y="16"/>
                  <a:pt x="874" y="70"/>
                  <a:pt x="996" y="100"/>
                </a:cubicBezTo>
                <a:cubicBezTo>
                  <a:pt x="1044" y="132"/>
                  <a:pt x="1000" y="188"/>
                  <a:pt x="972" y="220"/>
                </a:cubicBezTo>
                <a:cubicBezTo>
                  <a:pt x="961" y="233"/>
                  <a:pt x="948" y="244"/>
                  <a:pt x="936" y="256"/>
                </a:cubicBezTo>
                <a:cubicBezTo>
                  <a:pt x="930" y="262"/>
                  <a:pt x="918" y="274"/>
                  <a:pt x="918" y="274"/>
                </a:cubicBezTo>
                <a:cubicBezTo>
                  <a:pt x="914" y="304"/>
                  <a:pt x="913" y="334"/>
                  <a:pt x="906" y="364"/>
                </a:cubicBezTo>
                <a:cubicBezTo>
                  <a:pt x="901" y="389"/>
                  <a:pt x="848" y="411"/>
                  <a:pt x="828" y="424"/>
                </a:cubicBezTo>
                <a:cubicBezTo>
                  <a:pt x="824" y="472"/>
                  <a:pt x="823" y="520"/>
                  <a:pt x="816" y="568"/>
                </a:cubicBezTo>
                <a:cubicBezTo>
                  <a:pt x="813" y="589"/>
                  <a:pt x="783" y="597"/>
                  <a:pt x="768" y="598"/>
                </a:cubicBezTo>
                <a:cubicBezTo>
                  <a:pt x="718" y="603"/>
                  <a:pt x="668" y="608"/>
                  <a:pt x="618" y="616"/>
                </a:cubicBezTo>
                <a:cubicBezTo>
                  <a:pt x="586" y="611"/>
                  <a:pt x="549" y="616"/>
                  <a:pt x="522" y="598"/>
                </a:cubicBezTo>
                <a:cubicBezTo>
                  <a:pt x="453" y="552"/>
                  <a:pt x="547" y="606"/>
                  <a:pt x="492" y="562"/>
                </a:cubicBezTo>
                <a:cubicBezTo>
                  <a:pt x="478" y="551"/>
                  <a:pt x="448" y="540"/>
                  <a:pt x="432" y="532"/>
                </a:cubicBezTo>
                <a:cubicBezTo>
                  <a:pt x="364" y="540"/>
                  <a:pt x="304" y="559"/>
                  <a:pt x="240" y="580"/>
                </a:cubicBezTo>
                <a:cubicBezTo>
                  <a:pt x="199" y="594"/>
                  <a:pt x="150" y="593"/>
                  <a:pt x="108" y="604"/>
                </a:cubicBezTo>
                <a:cubicBezTo>
                  <a:pt x="3" y="591"/>
                  <a:pt x="26" y="621"/>
                  <a:pt x="0" y="568"/>
                </a:cubicBezTo>
                <a:close/>
              </a:path>
            </a:pathLst>
          </a:custGeom>
          <a:noFill/>
          <a:ln w="19050" cap="flat" cmpd="sng">
            <a:solidFill>
              <a:srgbClr val="FFFF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2700" rIns="0" bIns="0"/>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Tree>
    <p:custDataLst>
      <p:tags r:id="rId1"/>
    </p:custDataLst>
    <p:extLst>
      <p:ext uri="{BB962C8B-B14F-4D97-AF65-F5344CB8AC3E}">
        <p14:creationId xmlns:p14="http://schemas.microsoft.com/office/powerpoint/2010/main" val="287776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7</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GB" altLang="en-US" sz="2800" dirty="0"/>
              <a:t>Test Goals &amp; Strategies - Test Levels</a:t>
            </a:r>
            <a:endParaRPr lang="en-US" sz="2800" dirty="0">
              <a:solidFill>
                <a:srgbClr val="A80163"/>
              </a:solidFill>
            </a:endParaRPr>
          </a:p>
        </p:txBody>
      </p:sp>
      <p:graphicFrame>
        <p:nvGraphicFramePr>
          <p:cNvPr id="9" name="Group 155"/>
          <p:cNvGraphicFramePr>
            <a:graphicFrameLocks noGrp="1"/>
          </p:cNvGraphicFramePr>
          <p:nvPr>
            <p:custDataLst>
              <p:tags r:id="rId9"/>
            </p:custDataLst>
          </p:nvPr>
        </p:nvGraphicFramePr>
        <p:xfrm>
          <a:off x="901700" y="1717675"/>
          <a:ext cx="6750050" cy="2111373"/>
        </p:xfrm>
        <a:graphic>
          <a:graphicData uri="http://schemas.openxmlformats.org/drawingml/2006/table">
            <a:tbl>
              <a:tblPr/>
              <a:tblGrid>
                <a:gridCol w="1636713">
                  <a:extLst>
                    <a:ext uri="{9D8B030D-6E8A-4147-A177-3AD203B41FA5}">
                      <a16:colId xmlns:a16="http://schemas.microsoft.com/office/drawing/2014/main" val="62277700"/>
                    </a:ext>
                  </a:extLst>
                </a:gridCol>
                <a:gridCol w="1862137">
                  <a:extLst>
                    <a:ext uri="{9D8B030D-6E8A-4147-A177-3AD203B41FA5}">
                      <a16:colId xmlns:a16="http://schemas.microsoft.com/office/drawing/2014/main" val="143929668"/>
                    </a:ext>
                  </a:extLst>
                </a:gridCol>
                <a:gridCol w="1811338">
                  <a:extLst>
                    <a:ext uri="{9D8B030D-6E8A-4147-A177-3AD203B41FA5}">
                      <a16:colId xmlns:a16="http://schemas.microsoft.com/office/drawing/2014/main" val="3499659627"/>
                    </a:ext>
                  </a:extLst>
                </a:gridCol>
                <a:gridCol w="1439862">
                  <a:extLst>
                    <a:ext uri="{9D8B030D-6E8A-4147-A177-3AD203B41FA5}">
                      <a16:colId xmlns:a16="http://schemas.microsoft.com/office/drawing/2014/main" val="1330353584"/>
                    </a:ext>
                  </a:extLst>
                </a:gridCol>
              </a:tblGrid>
              <a:tr h="431909">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dirty="0" smtClean="0">
                          <a:ln>
                            <a:noFill/>
                          </a:ln>
                          <a:solidFill>
                            <a:srgbClr val="000000"/>
                          </a:solidFill>
                          <a:effectLst/>
                          <a:latin typeface="Bosch Office Sans" pitchFamily="2" charset="0"/>
                          <a:cs typeface="Times New Roman" panose="02020603050405020304" pitchFamily="18" charset="0"/>
                        </a:rPr>
                        <a:t>Test Levels</a:t>
                      </a:r>
                      <a:endParaRPr kumimoji="0" lang="en-GB" altLang="en-US" sz="1200" b="0" i="0" u="none" strike="noStrike" cap="none" normalizeH="0" baseline="0" dirty="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smtClean="0">
                          <a:ln>
                            <a:noFill/>
                          </a:ln>
                          <a:solidFill>
                            <a:srgbClr val="000000"/>
                          </a:solidFill>
                          <a:effectLst/>
                          <a:latin typeface="Bosch Office Sans" pitchFamily="2" charset="0"/>
                          <a:cs typeface="Times New Roman" panose="02020603050405020304" pitchFamily="18" charset="0"/>
                        </a:rPr>
                        <a:t>Main input from left side of the V-Model</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smtClean="0">
                          <a:ln>
                            <a:noFill/>
                          </a:ln>
                          <a:solidFill>
                            <a:srgbClr val="000000"/>
                          </a:solidFill>
                          <a:effectLst/>
                          <a:latin typeface="Bosch Office Sans" pitchFamily="2" charset="0"/>
                          <a:cs typeface="Times New Roman" panose="02020603050405020304" pitchFamily="18" charset="0"/>
                        </a:rPr>
                        <a:t>Content</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smtClean="0">
                          <a:ln>
                            <a:noFill/>
                          </a:ln>
                          <a:solidFill>
                            <a:srgbClr val="000000"/>
                          </a:solidFill>
                          <a:effectLst/>
                          <a:latin typeface="Bosch Office Sans" pitchFamily="2" charset="0"/>
                          <a:cs typeface="Times New Roman" panose="02020603050405020304" pitchFamily="18" charset="0"/>
                        </a:rPr>
                        <a:t>Supporting input from left side</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2748195894"/>
                  </a:ext>
                </a:extLst>
              </a:tr>
              <a:tr h="218935">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Validation</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AS, RS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customer expectations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 </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03013631"/>
                  </a:ext>
                </a:extLst>
              </a:tr>
              <a:tr h="218935">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System Tests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RS, AS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system requirements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FD</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86882691"/>
                  </a:ext>
                </a:extLst>
              </a:tr>
              <a:tr h="401862">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HW-SW Integration Tests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Function Design</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HW-SW interface specifications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 </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8820190"/>
                  </a:ext>
                </a:extLst>
              </a:tr>
              <a:tr h="218935">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SW System Tests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SWRS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software requirements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SW Design</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52463089"/>
                  </a:ext>
                </a:extLst>
              </a:tr>
              <a:tr h="401862">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SW Integration Tests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Software Design</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SW interface specifications (changes)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 </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5387056"/>
                  </a:ext>
                </a:extLst>
              </a:tr>
              <a:tr h="218935">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Module Tests</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SW Module Design</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smtClean="0">
                          <a:ln>
                            <a:noFill/>
                          </a:ln>
                          <a:solidFill>
                            <a:srgbClr val="000000"/>
                          </a:solidFill>
                          <a:effectLst/>
                          <a:latin typeface="Bosch Office Sans" pitchFamily="2" charset="0"/>
                          <a:cs typeface="Times New Roman" panose="02020603050405020304" pitchFamily="18" charset="0"/>
                        </a:rPr>
                        <a:t>Code description</a:t>
                      </a:r>
                      <a:endParaRPr kumimoji="0" lang="en-GB" altLang="en-US" sz="1200" b="0" i="0" u="none" strike="noStrike" cap="none" normalizeH="0" baseline="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11000"/>
                        </a:lnSpc>
                        <a:buClr>
                          <a:srgbClr val="425C8F"/>
                        </a:buClr>
                        <a:buSzPct val="65000"/>
                        <a:buFont typeface="Wingdings" panose="05000000000000000000" pitchFamily="2" charset="2"/>
                        <a:defRPr sz="1600">
                          <a:solidFill>
                            <a:schemeClr val="tx1"/>
                          </a:solidFill>
                          <a:latin typeface="Arial" panose="020B0604020202020204" pitchFamily="34" charset="0"/>
                        </a:defRPr>
                      </a:lvl1pPr>
                      <a:lvl2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2pPr>
                      <a:lvl3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3pPr>
                      <a:lvl4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4pPr>
                      <a:lvl5pPr eaLnBrk="0" hangingPunct="0">
                        <a:lnSpc>
                          <a:spcPct val="111000"/>
                        </a:lnSpc>
                        <a:buClr>
                          <a:srgbClr val="425C8F"/>
                        </a:buClr>
                        <a:buSzPct val="50000"/>
                        <a:buFont typeface="Wingdings" panose="05000000000000000000" pitchFamily="2" charset="2"/>
                        <a:defRPr sz="1600">
                          <a:solidFill>
                            <a:schemeClr val="tx1"/>
                          </a:solidFill>
                          <a:latin typeface="Arial" panose="020B0604020202020204" pitchFamily="34" charset="0"/>
                        </a:defRPr>
                      </a:lvl5pPr>
                      <a:lvl6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6pPr>
                      <a:lvl7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7pPr>
                      <a:lvl8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8pPr>
                      <a:lvl9pPr eaLnBrk="0" fontAlgn="base" hangingPunct="0">
                        <a:lnSpc>
                          <a:spcPct val="111000"/>
                        </a:lnSpc>
                        <a:spcBef>
                          <a:spcPct val="0"/>
                        </a:spcBef>
                        <a:spcAft>
                          <a:spcPct val="0"/>
                        </a:spcAft>
                        <a:buClr>
                          <a:srgbClr val="425C8F"/>
                        </a:buClr>
                        <a:buSzPct val="50000"/>
                        <a:buFont typeface="Wingdings" panose="05000000000000000000" pitchFamily="2" charset="2"/>
                        <a:defRPr sz="16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0" i="0" u="none" strike="noStrike" cap="none" normalizeH="0" baseline="0" dirty="0" smtClean="0">
                          <a:ln>
                            <a:noFill/>
                          </a:ln>
                          <a:solidFill>
                            <a:srgbClr val="000000"/>
                          </a:solidFill>
                          <a:effectLst/>
                          <a:latin typeface="Bosch Office Sans" pitchFamily="2" charset="0"/>
                          <a:cs typeface="Times New Roman" panose="02020603050405020304" pitchFamily="18" charset="0"/>
                        </a:rPr>
                        <a:t>SWRS</a:t>
                      </a:r>
                      <a:endParaRPr kumimoji="0" lang="en-GB" altLang="en-US" sz="1200" b="0" i="0" u="none" strike="noStrike" cap="none" normalizeH="0" baseline="0" dirty="0" smtClean="0">
                        <a:ln>
                          <a:noFill/>
                        </a:ln>
                        <a:solidFill>
                          <a:schemeClr val="tx1"/>
                        </a:solidFill>
                        <a:effectLst/>
                        <a:latin typeface="Bosch Office Sans" pitchFamily="2" charset="0"/>
                      </a:endParaRPr>
                    </a:p>
                  </a:txBody>
                  <a:tcPr marL="72000" marR="72000" marT="18005" marB="1800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94758287"/>
                  </a:ext>
                </a:extLst>
              </a:tr>
            </a:tbl>
          </a:graphicData>
        </a:graphic>
      </p:graphicFrame>
      <p:sp>
        <p:nvSpPr>
          <p:cNvPr id="10" name="Text Box 145"/>
          <p:cNvSpPr txBox="1">
            <a:spLocks noChangeArrowheads="1"/>
          </p:cNvSpPr>
          <p:nvPr>
            <p:custDataLst>
              <p:tags r:id="rId10"/>
            </p:custDataLst>
          </p:nvPr>
        </p:nvSpPr>
        <p:spPr bwMode="auto">
          <a:xfrm>
            <a:off x="595313" y="1285875"/>
            <a:ext cx="7162800" cy="287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12700" rIns="0" bIns="0">
            <a:spAutoFit/>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eaLnBrk="1" hangingPunct="1">
              <a:buClr>
                <a:schemeClr val="hlink"/>
              </a:buClr>
              <a:buSzPct val="80000"/>
              <a:buFont typeface="Wingdings" panose="05000000000000000000" pitchFamily="2" charset="2"/>
              <a:buChar char="è"/>
            </a:pPr>
            <a:r>
              <a:rPr lang="en-GB" altLang="en-US" dirty="0"/>
              <a:t> Test levels are defined by the input from the left side of the V-model.</a:t>
            </a:r>
          </a:p>
        </p:txBody>
      </p:sp>
      <p:sp>
        <p:nvSpPr>
          <p:cNvPr id="11" name="Text Box 146"/>
          <p:cNvSpPr txBox="1">
            <a:spLocks noChangeArrowheads="1"/>
          </p:cNvSpPr>
          <p:nvPr>
            <p:custDataLst>
              <p:tags r:id="rId11"/>
            </p:custDataLst>
          </p:nvPr>
        </p:nvSpPr>
        <p:spPr bwMode="auto">
          <a:xfrm>
            <a:off x="595313" y="3990975"/>
            <a:ext cx="4032250" cy="1333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2700" rIns="0" bIns="0">
            <a:spAutoFit/>
          </a:bodyPr>
          <a:lstStyle>
            <a:lvl1pPr>
              <a:defRPr>
                <a:solidFill>
                  <a:schemeClr val="tx1"/>
                </a:solidFill>
                <a:latin typeface="Bosch Office Sans" pitchFamily="2" charset="0"/>
              </a:defRPr>
            </a:lvl1pPr>
            <a:lvl2pPr>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eaLnBrk="1" hangingPunct="1">
              <a:lnSpc>
                <a:spcPct val="120000"/>
              </a:lnSpc>
              <a:buClr>
                <a:schemeClr val="hlink"/>
              </a:buClr>
              <a:buSzPct val="80000"/>
              <a:buFont typeface="Wingdings" panose="05000000000000000000" pitchFamily="2" charset="2"/>
              <a:buChar char="è"/>
            </a:pPr>
            <a:r>
              <a:rPr lang="en-GB" altLang="en-US"/>
              <a:t> For each Test Level are defined:</a:t>
            </a:r>
          </a:p>
          <a:p>
            <a:pPr lvl="1" eaLnBrk="1" hangingPunct="1">
              <a:lnSpc>
                <a:spcPct val="120000"/>
              </a:lnSpc>
              <a:buClr>
                <a:schemeClr val="hlink"/>
              </a:buClr>
              <a:buFont typeface="Bosch Office Sans" pitchFamily="2" charset="0"/>
              <a:buChar char="•"/>
            </a:pPr>
            <a:r>
              <a:rPr lang="en-GB" altLang="en-US"/>
              <a:t> Goals of Testing</a:t>
            </a:r>
          </a:p>
          <a:p>
            <a:pPr lvl="1" eaLnBrk="1" hangingPunct="1">
              <a:lnSpc>
                <a:spcPct val="120000"/>
              </a:lnSpc>
              <a:buClr>
                <a:schemeClr val="hlink"/>
              </a:buClr>
              <a:buFont typeface="Bosch Office Sans" pitchFamily="2" charset="0"/>
              <a:buChar char="•"/>
            </a:pPr>
            <a:r>
              <a:rPr lang="en-GB" altLang="en-US"/>
              <a:t> Strategy of Testing</a:t>
            </a:r>
          </a:p>
          <a:p>
            <a:pPr lvl="1" eaLnBrk="1" hangingPunct="1">
              <a:lnSpc>
                <a:spcPct val="120000"/>
              </a:lnSpc>
              <a:buClr>
                <a:schemeClr val="hlink"/>
              </a:buClr>
              <a:buFont typeface="Bosch Office Sans" pitchFamily="2" charset="0"/>
              <a:buChar char="•"/>
            </a:pPr>
            <a:r>
              <a:rPr lang="en-GB" altLang="en-US"/>
              <a:t> Entry and Exit Criteria</a:t>
            </a:r>
          </a:p>
        </p:txBody>
      </p:sp>
    </p:spTree>
    <p:custDataLst>
      <p:tags r:id="rId1"/>
    </p:custDataLst>
    <p:extLst>
      <p:ext uri="{BB962C8B-B14F-4D97-AF65-F5344CB8AC3E}">
        <p14:creationId xmlns:p14="http://schemas.microsoft.com/office/powerpoint/2010/main" val="25128544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8</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GB" altLang="en-US" sz="2800" dirty="0">
                <a:latin typeface="Arial" panose="020B0604020202020204" pitchFamily="34" charset="0"/>
              </a:rPr>
              <a:t>Test Goals &amp; Strategies</a:t>
            </a:r>
            <a:r>
              <a:rPr lang="en-GB" altLang="en-US" sz="2800" dirty="0"/>
              <a:t> - Systematic Testing</a:t>
            </a:r>
            <a:endParaRPr lang="en-US" sz="2800" dirty="0">
              <a:solidFill>
                <a:srgbClr val="A80163"/>
              </a:solidFill>
            </a:endParaRPr>
          </a:p>
        </p:txBody>
      </p:sp>
      <p:sp>
        <p:nvSpPr>
          <p:cNvPr id="9" name="Rectangle 10"/>
          <p:cNvSpPr txBox="1">
            <a:spLocks noChangeArrowheads="1"/>
          </p:cNvSpPr>
          <p:nvPr>
            <p:custDataLst>
              <p:tags r:id="rId9"/>
            </p:custDataLst>
          </p:nvPr>
        </p:nvSpPr>
        <p:spPr bwMode="auto">
          <a:xfrm>
            <a:off x="595313" y="1141413"/>
            <a:ext cx="7315200" cy="208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algn="ctr" rotWithShape="0">
                    <a:srgbClr val="808080"/>
                  </a:outerShdw>
                </a:effectLst>
              </a14:hiddenEffects>
            </a:ext>
          </a:extLst>
        </p:spPr>
        <p:txBody>
          <a:bodyPr vert="horz" wrap="square" lIns="0" tIns="63500" rIns="0" bIns="0" numCol="1" anchor="t" anchorCtr="0" compatLnSpc="1">
            <a:prstTxWarp prst="textNoShape">
              <a:avLst/>
            </a:prstTxWarp>
          </a:bodyPr>
          <a:lstStyle>
            <a:lvl1pPr marL="304800" indent="-304800" algn="l" rtl="0" eaLnBrk="0" fontAlgn="base" hangingPunct="0">
              <a:lnSpc>
                <a:spcPct val="111000"/>
              </a:lnSpc>
              <a:spcBef>
                <a:spcPct val="0"/>
              </a:spcBef>
              <a:spcAft>
                <a:spcPct val="0"/>
              </a:spcAft>
              <a:buClr>
                <a:srgbClr val="425C8F"/>
              </a:buClr>
              <a:buSzPct val="65000"/>
              <a:buFont typeface="Wingdings" panose="05000000000000000000" pitchFamily="2" charset="2"/>
              <a:buChar char="è"/>
              <a:defRPr>
                <a:solidFill>
                  <a:schemeClr val="tx1"/>
                </a:solidFill>
                <a:latin typeface="Arial" charset="0"/>
                <a:ea typeface="+mn-ea"/>
                <a:cs typeface="+mn-cs"/>
              </a:defRPr>
            </a:lvl1pPr>
            <a:lvl2pPr marL="609600" indent="-190500" algn="l" rtl="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charset="0"/>
              </a:defRPr>
            </a:lvl2pPr>
            <a:lvl3pPr marL="914400" indent="-190500" algn="l" rtl="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charset="0"/>
              </a:defRPr>
            </a:lvl3pPr>
            <a:lvl4pPr marL="1219200" indent="-190500" algn="l" rtl="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charset="0"/>
              </a:defRPr>
            </a:lvl4pPr>
            <a:lvl5pPr marL="1524000" indent="-190500" algn="l" rtl="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charset="0"/>
              </a:defRPr>
            </a:lvl5pPr>
            <a:lvl6pPr marL="1981200" indent="-190500" algn="l" rtl="0" fontAlgn="base">
              <a:lnSpc>
                <a:spcPct val="111000"/>
              </a:lnSpc>
              <a:spcBef>
                <a:spcPct val="0"/>
              </a:spcBef>
              <a:spcAft>
                <a:spcPct val="0"/>
              </a:spcAft>
              <a:buClr>
                <a:srgbClr val="425C8F"/>
              </a:buClr>
              <a:buSzPct val="50000"/>
              <a:buFont typeface="Wingdings" pitchFamily="2" charset="2"/>
              <a:buChar char=""/>
              <a:defRPr>
                <a:solidFill>
                  <a:schemeClr val="tx1"/>
                </a:solidFill>
                <a:latin typeface="+mn-lt"/>
              </a:defRPr>
            </a:lvl6pPr>
            <a:lvl7pPr marL="2438400" indent="-190500" algn="l" rtl="0" fontAlgn="base">
              <a:lnSpc>
                <a:spcPct val="111000"/>
              </a:lnSpc>
              <a:spcBef>
                <a:spcPct val="0"/>
              </a:spcBef>
              <a:spcAft>
                <a:spcPct val="0"/>
              </a:spcAft>
              <a:buClr>
                <a:srgbClr val="425C8F"/>
              </a:buClr>
              <a:buSzPct val="50000"/>
              <a:buFont typeface="Wingdings" pitchFamily="2" charset="2"/>
              <a:buChar char=""/>
              <a:defRPr>
                <a:solidFill>
                  <a:schemeClr val="tx1"/>
                </a:solidFill>
                <a:latin typeface="+mn-lt"/>
              </a:defRPr>
            </a:lvl7pPr>
            <a:lvl8pPr marL="2895600" indent="-190500" algn="l" rtl="0" fontAlgn="base">
              <a:lnSpc>
                <a:spcPct val="111000"/>
              </a:lnSpc>
              <a:spcBef>
                <a:spcPct val="0"/>
              </a:spcBef>
              <a:spcAft>
                <a:spcPct val="0"/>
              </a:spcAft>
              <a:buClr>
                <a:srgbClr val="425C8F"/>
              </a:buClr>
              <a:buSzPct val="50000"/>
              <a:buFont typeface="Wingdings" pitchFamily="2" charset="2"/>
              <a:buChar char=""/>
              <a:defRPr>
                <a:solidFill>
                  <a:schemeClr val="tx1"/>
                </a:solidFill>
                <a:latin typeface="+mn-lt"/>
              </a:defRPr>
            </a:lvl8pPr>
            <a:lvl9pPr marL="3352800" indent="-190500" algn="l" rtl="0" fontAlgn="base">
              <a:lnSpc>
                <a:spcPct val="111000"/>
              </a:lnSpc>
              <a:spcBef>
                <a:spcPct val="0"/>
              </a:spcBef>
              <a:spcAft>
                <a:spcPct val="0"/>
              </a:spcAft>
              <a:buClr>
                <a:srgbClr val="425C8F"/>
              </a:buClr>
              <a:buSzPct val="50000"/>
              <a:buFont typeface="Wingdings" pitchFamily="2" charset="2"/>
              <a:buChar char=""/>
              <a:defRPr>
                <a:solidFill>
                  <a:schemeClr val="tx1"/>
                </a:solidFill>
                <a:latin typeface="+mn-lt"/>
              </a:defRPr>
            </a:lvl9pPr>
          </a:lstStyle>
          <a:p>
            <a:pPr marL="304800" marR="0" lvl="0" indent="-304800" algn="l" defTabSz="914400" rtl="0" eaLnBrk="0" fontAlgn="base" latinLnBrk="0" hangingPunct="0">
              <a:lnSpc>
                <a:spcPct val="111000"/>
              </a:lnSpc>
              <a:spcBef>
                <a:spcPct val="0"/>
              </a:spcBef>
              <a:spcAft>
                <a:spcPct val="0"/>
              </a:spcAft>
              <a:buClr>
                <a:srgbClr val="738CB4"/>
              </a:buClr>
              <a:buSzPct val="65000"/>
              <a:buFont typeface="Wingdings" panose="05000000000000000000" pitchFamily="2" charset="2"/>
              <a:buChar char="è"/>
              <a:tabLst/>
              <a:defRPr/>
            </a:pPr>
            <a:r>
              <a:rPr kumimoji="0" lang="en-GB" altLang="en-US" sz="1800" b="0" i="0" u="none" strike="noStrike" kern="0" cap="none" spc="0" normalizeH="0" baseline="0" noProof="0" smtClean="0">
                <a:ln>
                  <a:noFill/>
                </a:ln>
                <a:solidFill>
                  <a:srgbClr val="000000"/>
                </a:solidFill>
                <a:effectLst/>
                <a:uLnTx/>
                <a:uFillTx/>
                <a:latin typeface="Arial" panose="020B0604020202020204" pitchFamily="34" charset="0"/>
                <a:ea typeface="+mn-ea"/>
                <a:cs typeface="+mn-cs"/>
              </a:rPr>
              <a:t>The number of possible test cases for a </a:t>
            </a:r>
            <a:r>
              <a:rPr kumimoji="0" lang="en-GB" altLang="en-US" sz="1800" b="1" i="0" u="none" strike="noStrike" kern="0" cap="none" spc="0" normalizeH="0" baseline="0" noProof="0" smtClean="0">
                <a:ln>
                  <a:noFill/>
                </a:ln>
                <a:solidFill>
                  <a:srgbClr val="738CB4"/>
                </a:solidFill>
                <a:effectLst/>
                <a:uLnTx/>
                <a:uFillTx/>
                <a:latin typeface="Arial" panose="020B0604020202020204" pitchFamily="34" charset="0"/>
                <a:ea typeface="+mn-ea"/>
                <a:cs typeface="+mn-cs"/>
              </a:rPr>
              <a:t>complex product like ESP</a:t>
            </a:r>
            <a:r>
              <a:rPr kumimoji="0" lang="en-GB" altLang="en-US" sz="1800" b="0" i="0" u="none" strike="noStrike" kern="0" cap="none" spc="0" normalizeH="0" baseline="0" noProof="0" smtClean="0">
                <a:ln>
                  <a:noFill/>
                </a:ln>
                <a:solidFill>
                  <a:srgbClr val="000000"/>
                </a:solidFill>
                <a:effectLst/>
                <a:uLnTx/>
                <a:uFillTx/>
                <a:latin typeface="Arial" panose="020B0604020202020204" pitchFamily="34" charset="0"/>
                <a:ea typeface="+mn-ea"/>
                <a:cs typeface="+mn-cs"/>
              </a:rPr>
              <a:t> is nearly </a:t>
            </a:r>
            <a:r>
              <a:rPr kumimoji="0" lang="en-GB" altLang="en-US" sz="1800" b="1" i="0" u="none" strike="noStrike" kern="0" cap="none" spc="0" normalizeH="0" baseline="0" noProof="0" smtClean="0">
                <a:ln>
                  <a:noFill/>
                </a:ln>
                <a:solidFill>
                  <a:srgbClr val="738CB4"/>
                </a:solidFill>
                <a:effectLst/>
                <a:uLnTx/>
                <a:uFillTx/>
                <a:latin typeface="Arial" panose="020B0604020202020204" pitchFamily="34" charset="0"/>
                <a:ea typeface="+mn-ea"/>
                <a:cs typeface="+mn-cs"/>
              </a:rPr>
              <a:t>infinite</a:t>
            </a:r>
            <a:r>
              <a:rPr kumimoji="0" lang="en-GB" altLang="en-US" sz="1800" b="0" i="0" u="none" strike="noStrike" kern="0" cap="none" spc="0" normalizeH="0" baseline="0" noProof="0" smtClean="0">
                <a:ln>
                  <a:noFill/>
                </a:ln>
                <a:solidFill>
                  <a:srgbClr val="000000"/>
                </a:solidFill>
                <a:effectLst/>
                <a:uLnTx/>
                <a:uFillTx/>
                <a:latin typeface="Arial" panose="020B0604020202020204" pitchFamily="34" charset="0"/>
                <a:ea typeface="+mn-ea"/>
                <a:cs typeface="+mn-cs"/>
              </a:rPr>
              <a:t>. To make efficient use of the restricted resources in a project (schedule, infrastructure, people) we </a:t>
            </a:r>
            <a:r>
              <a:rPr kumimoji="0" lang="en-GB" altLang="en-US" sz="1800" b="1" i="0" u="none" strike="noStrike" kern="0" cap="none" spc="0" normalizeH="0" baseline="0" noProof="0" smtClean="0">
                <a:ln>
                  <a:noFill/>
                </a:ln>
                <a:solidFill>
                  <a:srgbClr val="738CB4"/>
                </a:solidFill>
                <a:effectLst/>
                <a:uLnTx/>
                <a:uFillTx/>
                <a:latin typeface="Arial" panose="020B0604020202020204" pitchFamily="34" charset="0"/>
                <a:ea typeface="+mn-ea"/>
                <a:cs typeface="+mn-cs"/>
              </a:rPr>
              <a:t>test systematically</a:t>
            </a:r>
            <a:r>
              <a:rPr kumimoji="0" lang="en-GB" altLang="en-US" sz="1800" b="0" i="0" u="none" strike="noStrike" kern="0" cap="none" spc="0" normalizeH="0" baseline="0" noProof="0" smtClean="0">
                <a:ln>
                  <a:noFill/>
                </a:ln>
                <a:solidFill>
                  <a:srgbClr val="000000"/>
                </a:solidFill>
                <a:effectLst/>
                <a:uLnTx/>
                <a:uFillTx/>
                <a:latin typeface="Arial" panose="020B0604020202020204" pitchFamily="34" charset="0"/>
                <a:ea typeface="+mn-ea"/>
                <a:cs typeface="+mn-cs"/>
              </a:rPr>
              <a:t> and </a:t>
            </a:r>
            <a:r>
              <a:rPr kumimoji="0" lang="en-GB" altLang="en-US" sz="1800" b="1" i="0" u="none" strike="noStrike" kern="0" cap="none" spc="0" normalizeH="0" baseline="0" noProof="0" smtClean="0">
                <a:ln>
                  <a:noFill/>
                </a:ln>
                <a:solidFill>
                  <a:srgbClr val="738CB4"/>
                </a:solidFill>
                <a:effectLst/>
                <a:uLnTx/>
                <a:uFillTx/>
                <a:latin typeface="Arial" panose="020B0604020202020204" pitchFamily="34" charset="0"/>
                <a:ea typeface="+mn-ea"/>
                <a:cs typeface="+mn-cs"/>
              </a:rPr>
              <a:t>plan our major test activities</a:t>
            </a:r>
            <a:r>
              <a:rPr kumimoji="0" lang="en-GB" altLang="en-US" sz="1800" b="0" i="0" u="none" strike="noStrike" kern="0" cap="none" spc="0" normalizeH="0" baseline="0" noProof="0" smtClean="0">
                <a:ln>
                  <a:noFill/>
                </a:ln>
                <a:solidFill>
                  <a:srgbClr val="000000"/>
                </a:solidFill>
                <a:effectLst/>
                <a:uLnTx/>
                <a:uFillTx/>
                <a:latin typeface="Arial" panose="020B0604020202020204" pitchFamily="34" charset="0"/>
                <a:ea typeface="+mn-ea"/>
                <a:cs typeface="+mn-cs"/>
              </a:rPr>
              <a:t>. </a:t>
            </a:r>
          </a:p>
          <a:p>
            <a:pPr marL="304800" marR="0" lvl="0" indent="-304800" algn="l" defTabSz="914400" rtl="0" eaLnBrk="0" fontAlgn="base" latinLnBrk="0" hangingPunct="0">
              <a:lnSpc>
                <a:spcPct val="111000"/>
              </a:lnSpc>
              <a:spcBef>
                <a:spcPct val="0"/>
              </a:spcBef>
              <a:spcAft>
                <a:spcPct val="0"/>
              </a:spcAft>
              <a:buClr>
                <a:srgbClr val="738CB4"/>
              </a:buClr>
              <a:buSzPct val="65000"/>
              <a:buFont typeface="Wingdings" panose="05000000000000000000" pitchFamily="2" charset="2"/>
              <a:buChar char="è"/>
              <a:tabLst/>
              <a:defRPr/>
            </a:pPr>
            <a:endParaRPr kumimoji="0" lang="en-GB" altLang="en-US" sz="800" b="0" i="0" u="none" strike="noStrike" kern="0" cap="none" spc="0" normalizeH="0" baseline="0" noProof="0" smtClean="0">
              <a:ln>
                <a:noFill/>
              </a:ln>
              <a:solidFill>
                <a:srgbClr val="000000"/>
              </a:solidFill>
              <a:effectLst/>
              <a:uLnTx/>
              <a:uFillTx/>
              <a:latin typeface="Arial" panose="020B0604020202020204" pitchFamily="34" charset="0"/>
              <a:ea typeface="+mn-ea"/>
              <a:cs typeface="+mn-cs"/>
            </a:endParaRPr>
          </a:p>
          <a:p>
            <a:pPr marL="304800" marR="0" lvl="0" indent="-304800" algn="l" defTabSz="914400" rtl="0" eaLnBrk="0" fontAlgn="base" latinLnBrk="0" hangingPunct="0">
              <a:lnSpc>
                <a:spcPct val="111000"/>
              </a:lnSpc>
              <a:spcBef>
                <a:spcPct val="0"/>
              </a:spcBef>
              <a:spcAft>
                <a:spcPct val="0"/>
              </a:spcAft>
              <a:buClr>
                <a:srgbClr val="738CB4"/>
              </a:buClr>
              <a:buSzPct val="65000"/>
              <a:buFont typeface="Wingdings" panose="05000000000000000000" pitchFamily="2" charset="2"/>
              <a:buChar char="è"/>
              <a:tabLst/>
              <a:defRPr/>
            </a:pPr>
            <a:r>
              <a:rPr kumimoji="0" lang="en-GB" altLang="en-US" sz="1800" b="0" i="0" u="none" strike="noStrike" kern="0" cap="none" spc="0" normalizeH="0" baseline="0" noProof="0" smtClean="0">
                <a:ln>
                  <a:noFill/>
                </a:ln>
                <a:solidFill>
                  <a:srgbClr val="000000"/>
                </a:solidFill>
                <a:effectLst/>
                <a:uLnTx/>
                <a:uFillTx/>
                <a:latin typeface="Arial" panose="020B0604020202020204" pitchFamily="34" charset="0"/>
                <a:ea typeface="+mn-ea"/>
                <a:cs typeface="+mn-cs"/>
              </a:rPr>
              <a:t>Basis for our systematic approach is the </a:t>
            </a:r>
            <a:r>
              <a:rPr kumimoji="0" lang="en-GB" altLang="en-US" sz="1800" b="1" i="0" u="none" strike="noStrike" kern="0" cap="none" spc="0" normalizeH="0" baseline="0" noProof="0" smtClean="0">
                <a:ln>
                  <a:noFill/>
                </a:ln>
                <a:solidFill>
                  <a:srgbClr val="738CB4"/>
                </a:solidFill>
                <a:effectLst/>
                <a:uLnTx/>
                <a:uFillTx/>
                <a:latin typeface="Arial" panose="020B0604020202020204" pitchFamily="34" charset="0"/>
                <a:ea typeface="+mn-ea"/>
                <a:cs typeface="+mn-cs"/>
              </a:rPr>
              <a:t>introduction of test levels</a:t>
            </a:r>
            <a:r>
              <a:rPr kumimoji="0" lang="en-GB" altLang="en-US" sz="1800" b="0" i="0" u="none" strike="noStrike" kern="0" cap="none" spc="0" normalizeH="0" baseline="0" noProof="0" smtClean="0">
                <a:ln>
                  <a:noFill/>
                </a:ln>
                <a:solidFill>
                  <a:srgbClr val="000000"/>
                </a:solidFill>
                <a:effectLst/>
                <a:uLnTx/>
                <a:uFillTx/>
                <a:latin typeface="Arial" panose="020B0604020202020204" pitchFamily="34" charset="0"/>
                <a:ea typeface="+mn-ea"/>
                <a:cs typeface="+mn-cs"/>
              </a:rPr>
              <a:t>. </a:t>
            </a:r>
          </a:p>
          <a:p>
            <a:pPr marL="304800" marR="0" lvl="0" indent="-304800" algn="l" defTabSz="914400" rtl="0" eaLnBrk="0" fontAlgn="base" latinLnBrk="0" hangingPunct="0">
              <a:lnSpc>
                <a:spcPct val="111000"/>
              </a:lnSpc>
              <a:spcBef>
                <a:spcPct val="0"/>
              </a:spcBef>
              <a:spcAft>
                <a:spcPct val="0"/>
              </a:spcAft>
              <a:buClr>
                <a:srgbClr val="425C8F"/>
              </a:buClr>
              <a:buSzPct val="65000"/>
              <a:buFont typeface="Wingdings" panose="05000000000000000000" pitchFamily="2" charset="2"/>
              <a:buChar char="è"/>
              <a:tabLst/>
              <a:defRPr/>
            </a:pPr>
            <a:endParaRPr kumimoji="0" lang="en-GB" altLang="en-US" sz="1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sp>
        <p:nvSpPr>
          <p:cNvPr id="10" name="Rectangle 11"/>
          <p:cNvSpPr>
            <a:spLocks noChangeArrowheads="1"/>
          </p:cNvSpPr>
          <p:nvPr>
            <p:custDataLst>
              <p:tags r:id="rId10"/>
            </p:custDataLst>
          </p:nvPr>
        </p:nvSpPr>
        <p:spPr bwMode="auto">
          <a:xfrm>
            <a:off x="595313" y="3957638"/>
            <a:ext cx="7315200" cy="172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algn="ctr" rotWithShape="0">
                    <a:srgbClr val="808080"/>
                  </a:outerShdw>
                </a:effectLst>
              </a14:hiddenEffects>
            </a:ext>
          </a:extLst>
        </p:spPr>
        <p:txBody>
          <a:bodyPr lIns="0" tIns="63500" rIns="0" bIns="0"/>
          <a:lstStyle>
            <a:lvl1pPr marL="304800" indent="-304800">
              <a:lnSpc>
                <a:spcPct val="111000"/>
              </a:lnSpc>
              <a:buClr>
                <a:srgbClr val="425C8F"/>
              </a:buClr>
              <a:buSzPct val="65000"/>
              <a:buFont typeface="Wingdings" panose="05000000000000000000" pitchFamily="2" charset="2"/>
              <a:buChar char="è"/>
              <a:defRPr>
                <a:solidFill>
                  <a:schemeClr val="tx1"/>
                </a:solidFill>
                <a:latin typeface="Arial" panose="020B0604020202020204" pitchFamily="34" charset="0"/>
              </a:defRPr>
            </a:lvl1pPr>
            <a:lvl2pPr marL="609600" indent="-1905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2pPr>
            <a:lvl3pPr indent="-1905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3pPr>
            <a:lvl4pPr marL="1219200" indent="-1905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4pPr>
            <a:lvl5pPr marL="1524000" indent="-1905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5pPr>
            <a:lvl6pPr marL="19812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6pPr>
            <a:lvl7pPr marL="24384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7pPr>
            <a:lvl8pPr marL="28956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8pPr>
            <a:lvl9pPr marL="33528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9pPr>
          </a:lstStyle>
          <a:p>
            <a:pPr marL="304800" marR="0" lvl="0" indent="-304800" defTabSz="914400" eaLnBrk="0" fontAlgn="auto" latinLnBrk="0" hangingPunct="0">
              <a:lnSpc>
                <a:spcPct val="111000"/>
              </a:lnSpc>
              <a:spcBef>
                <a:spcPts val="0"/>
              </a:spcBef>
              <a:spcAft>
                <a:spcPts val="0"/>
              </a:spcAft>
              <a:buClr>
                <a:srgbClr val="738CB4"/>
              </a:buClr>
              <a:buSzPct val="65000"/>
              <a:buFont typeface="Wingdings" panose="05000000000000000000" pitchFamily="2" charset="2"/>
              <a:buChar char="è"/>
              <a:tabLst/>
              <a:defRPr/>
            </a:pPr>
            <a:r>
              <a:rPr kumimoji="0" lang="en-GB" altLang="en-US" sz="1800" b="0" i="0" u="none" strike="noStrike" kern="0" cap="none" spc="0" normalizeH="0" baseline="0" noProof="0" dirty="0" smtClean="0">
                <a:ln>
                  <a:noFill/>
                </a:ln>
                <a:solidFill>
                  <a:srgbClr val="000000"/>
                </a:solidFill>
                <a:effectLst/>
                <a:uLnTx/>
                <a:uFillTx/>
                <a:latin typeface="Arial" panose="020B0604020202020204" pitchFamily="34" charset="0"/>
              </a:rPr>
              <a:t>The test object is always </a:t>
            </a:r>
            <a:r>
              <a:rPr kumimoji="0" lang="en-GB" altLang="en-US" sz="1800" b="1" i="0" u="none" strike="noStrike" kern="0" cap="none" spc="0" normalizeH="0" baseline="0" noProof="0" dirty="0" smtClean="0">
                <a:ln>
                  <a:noFill/>
                </a:ln>
                <a:solidFill>
                  <a:srgbClr val="738CB4"/>
                </a:solidFill>
                <a:effectLst/>
                <a:uLnTx/>
                <a:uFillTx/>
                <a:latin typeface="Arial" panose="020B0604020202020204" pitchFamily="34" charset="0"/>
              </a:rPr>
              <a:t>Software</a:t>
            </a:r>
            <a:r>
              <a:rPr kumimoji="0" lang="en-GB" altLang="en-US" sz="1800" b="0" i="0" u="none" strike="noStrike" kern="0" cap="none" spc="0" normalizeH="0" baseline="0" noProof="0" dirty="0" smtClean="0">
                <a:ln>
                  <a:noFill/>
                </a:ln>
                <a:solidFill>
                  <a:srgbClr val="000000"/>
                </a:solidFill>
                <a:effectLst/>
                <a:uLnTx/>
                <a:uFillTx/>
                <a:latin typeface="Arial" panose="020B0604020202020204" pitchFamily="34" charset="0"/>
              </a:rPr>
              <a:t>, the complete SW (CSW) or parts of it.</a:t>
            </a:r>
          </a:p>
          <a:p>
            <a:pPr marL="304800" marR="0" lvl="0" indent="-304800" defTabSz="914400" eaLnBrk="0" fontAlgn="auto" latinLnBrk="0" hangingPunct="0">
              <a:lnSpc>
                <a:spcPct val="111000"/>
              </a:lnSpc>
              <a:spcBef>
                <a:spcPts val="0"/>
              </a:spcBef>
              <a:spcAft>
                <a:spcPts val="0"/>
              </a:spcAft>
              <a:buClr>
                <a:srgbClr val="738CB4"/>
              </a:buClr>
              <a:buSzPct val="65000"/>
              <a:buFont typeface="Wingdings" panose="05000000000000000000" pitchFamily="2" charset="2"/>
              <a:buChar char="è"/>
              <a:tabLst/>
              <a:defRPr/>
            </a:pPr>
            <a:endParaRPr kumimoji="0" lang="en-GB" altLang="en-US" sz="800" b="0" i="0" u="none" strike="noStrike" kern="0" cap="none" spc="0" normalizeH="0" baseline="0" noProof="0" dirty="0" smtClean="0">
              <a:ln>
                <a:noFill/>
              </a:ln>
              <a:solidFill>
                <a:srgbClr val="000000"/>
              </a:solidFill>
              <a:effectLst/>
              <a:uLnTx/>
              <a:uFillTx/>
              <a:latin typeface="Arial" panose="020B0604020202020204" pitchFamily="34" charset="0"/>
            </a:endParaRPr>
          </a:p>
          <a:p>
            <a:pPr marL="304800" marR="0" lvl="0" indent="-304800" defTabSz="914400" eaLnBrk="0" fontAlgn="auto" latinLnBrk="0" hangingPunct="0">
              <a:lnSpc>
                <a:spcPct val="111000"/>
              </a:lnSpc>
              <a:spcBef>
                <a:spcPts val="0"/>
              </a:spcBef>
              <a:spcAft>
                <a:spcPts val="0"/>
              </a:spcAft>
              <a:buClr>
                <a:srgbClr val="738CB4"/>
              </a:buClr>
              <a:buSzPct val="65000"/>
              <a:buFont typeface="Wingdings" panose="05000000000000000000" pitchFamily="2" charset="2"/>
              <a:buChar char="è"/>
              <a:tabLst/>
              <a:defRPr/>
            </a:pPr>
            <a:r>
              <a:rPr kumimoji="0" lang="en-GB" altLang="en-US" sz="1800" b="0" i="0" u="none" strike="noStrike" kern="0" cap="none" spc="0" normalizeH="0" baseline="0" noProof="0" dirty="0" smtClean="0">
                <a:ln>
                  <a:noFill/>
                </a:ln>
                <a:solidFill>
                  <a:srgbClr val="000000"/>
                </a:solidFill>
                <a:effectLst/>
                <a:uLnTx/>
                <a:uFillTx/>
                <a:latin typeface="Arial" panose="020B0604020202020204" pitchFamily="34" charset="0"/>
              </a:rPr>
              <a:t>The test cases are developed to </a:t>
            </a:r>
            <a:r>
              <a:rPr kumimoji="0" lang="en-GB" altLang="en-US" sz="1800" b="1" i="0" u="none" strike="noStrike" kern="0" cap="none" spc="0" normalizeH="0" baseline="0" noProof="0" dirty="0" smtClean="0">
                <a:ln>
                  <a:noFill/>
                </a:ln>
                <a:solidFill>
                  <a:srgbClr val="738CB4"/>
                </a:solidFill>
                <a:effectLst/>
                <a:uLnTx/>
                <a:uFillTx/>
                <a:latin typeface="Arial" panose="020B0604020202020204" pitchFamily="34" charset="0"/>
              </a:rPr>
              <a:t>find software defects</a:t>
            </a:r>
            <a:r>
              <a:rPr kumimoji="0" lang="en-GB" altLang="en-US" sz="1800" b="0" i="0" u="none" strike="noStrike" kern="0" cap="none" spc="0" normalizeH="0" baseline="0" noProof="0" dirty="0" smtClean="0">
                <a:ln>
                  <a:noFill/>
                </a:ln>
                <a:solidFill>
                  <a:srgbClr val="000000"/>
                </a:solidFill>
                <a:effectLst/>
                <a:uLnTx/>
                <a:uFillTx/>
                <a:latin typeface="Arial" panose="020B0604020202020204" pitchFamily="34" charset="0"/>
              </a:rPr>
              <a:t> and not hardware defects.  </a:t>
            </a:r>
          </a:p>
          <a:p>
            <a:pPr marL="304800" marR="0" lvl="0" indent="-304800" defTabSz="914400" eaLnBrk="0" fontAlgn="auto" latinLnBrk="0" hangingPunct="0">
              <a:lnSpc>
                <a:spcPct val="111000"/>
              </a:lnSpc>
              <a:spcBef>
                <a:spcPts val="0"/>
              </a:spcBef>
              <a:spcAft>
                <a:spcPts val="0"/>
              </a:spcAft>
              <a:buClr>
                <a:srgbClr val="425C8F"/>
              </a:buClr>
              <a:buSzPct val="65000"/>
              <a:buFont typeface="Wingdings" panose="05000000000000000000" pitchFamily="2" charset="2"/>
              <a:buChar char="è"/>
              <a:tabLst/>
              <a:defRPr/>
            </a:pPr>
            <a:endParaRPr kumimoji="0" lang="en-GB" altLang="en-US" sz="1800" b="0" i="0" u="none" strike="noStrike" kern="0" cap="none" spc="0" normalizeH="0" baseline="0" noProof="0" dirty="0" smtClean="0">
              <a:ln>
                <a:noFill/>
              </a:ln>
              <a:solidFill>
                <a:srgbClr val="000000"/>
              </a:solidFill>
              <a:effectLst/>
              <a:uLnTx/>
              <a:uFillTx/>
              <a:latin typeface="Arial" panose="020B0604020202020204" pitchFamily="34" charset="0"/>
            </a:endParaRPr>
          </a:p>
        </p:txBody>
      </p:sp>
      <p:sp>
        <p:nvSpPr>
          <p:cNvPr id="11" name="Rectangle 12"/>
          <p:cNvSpPr>
            <a:spLocks noChangeArrowheads="1"/>
          </p:cNvSpPr>
          <p:nvPr>
            <p:custDataLst>
              <p:tags r:id="rId11"/>
            </p:custDataLst>
          </p:nvPr>
        </p:nvSpPr>
        <p:spPr bwMode="auto">
          <a:xfrm>
            <a:off x="552450" y="3416300"/>
            <a:ext cx="73152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algn="ctr" rotWithShape="0">
                    <a:srgbClr val="808080"/>
                  </a:outerShdw>
                </a:effectLst>
              </a14:hiddenEffects>
            </a:ext>
          </a:extLst>
        </p:spPr>
        <p:txBody>
          <a:bodyPr lIns="0" tIns="12700" rIns="0" bIns="0"/>
          <a:lstStyle>
            <a:lvl1pPr>
              <a:lnSpc>
                <a:spcPct val="111000"/>
              </a:lnSpc>
              <a:buClr>
                <a:srgbClr val="425C8F"/>
              </a:buClr>
              <a:buSzPct val="65000"/>
              <a:buFont typeface="Wingdings" panose="05000000000000000000" pitchFamily="2" charset="2"/>
              <a:buChar char="è"/>
              <a:defRPr>
                <a:solidFill>
                  <a:schemeClr val="tx1"/>
                </a:solidFill>
                <a:latin typeface="Arial" panose="020B0604020202020204" pitchFamily="34" charset="0"/>
              </a:defRPr>
            </a:lvl1pPr>
            <a:lvl2pPr marL="609600" indent="-1905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2pPr>
            <a:lvl3pPr indent="-1905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3pPr>
            <a:lvl4pPr marL="1219200" indent="-1905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4pPr>
            <a:lvl5pPr marL="1524000" indent="-1905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5pPr>
            <a:lvl6pPr marL="19812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6pPr>
            <a:lvl7pPr marL="24384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7pPr>
            <a:lvl8pPr marL="28956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8pPr>
            <a:lvl9pPr marL="33528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9pPr>
          </a:lstStyle>
          <a:p>
            <a:pPr eaLnBrk="0" hangingPunct="0">
              <a:buClrTx/>
              <a:buSzTx/>
              <a:buFontTx/>
              <a:buNone/>
            </a:pPr>
            <a:r>
              <a:rPr lang="en-GB" altLang="en-US" sz="2700" smtClean="0">
                <a:solidFill>
                  <a:srgbClr val="000000"/>
                </a:solidFill>
                <a:latin typeface="Bosch Office Sans" pitchFamily="2" charset="0"/>
              </a:rPr>
              <a:t>What is the Test Object?</a:t>
            </a:r>
          </a:p>
        </p:txBody>
      </p:sp>
    </p:spTree>
    <p:custDataLst>
      <p:tags r:id="rId1"/>
    </p:custDataLst>
    <p:extLst>
      <p:ext uri="{BB962C8B-B14F-4D97-AF65-F5344CB8AC3E}">
        <p14:creationId xmlns:p14="http://schemas.microsoft.com/office/powerpoint/2010/main" val="1320650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9</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GB" altLang="en-US" sz="2800" dirty="0">
                <a:latin typeface="Arial" panose="020B0604020202020204" pitchFamily="34" charset="0"/>
              </a:rPr>
              <a:t>Test Goals &amp; Strategies</a:t>
            </a:r>
            <a:r>
              <a:rPr lang="en-GB" altLang="en-US" sz="2800" dirty="0"/>
              <a:t> - Overall Test Strategy</a:t>
            </a:r>
            <a:endParaRPr lang="en-US" sz="2800" dirty="0">
              <a:solidFill>
                <a:srgbClr val="A80163"/>
              </a:solidFill>
            </a:endParaRPr>
          </a:p>
        </p:txBody>
      </p:sp>
      <p:sp>
        <p:nvSpPr>
          <p:cNvPr id="9" name="Rectangle 10"/>
          <p:cNvSpPr txBox="1">
            <a:spLocks noChangeArrowheads="1"/>
          </p:cNvSpPr>
          <p:nvPr>
            <p:custDataLst>
              <p:tags r:id="rId9"/>
            </p:custDataLst>
          </p:nvPr>
        </p:nvSpPr>
        <p:spPr bwMode="auto">
          <a:xfrm>
            <a:off x="379413" y="1141413"/>
            <a:ext cx="7920037"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algn="ctr" rotWithShape="0">
                    <a:srgbClr val="808080"/>
                  </a:outerShdw>
                </a:effectLst>
              </a14:hiddenEffects>
            </a:ext>
          </a:extLst>
        </p:spPr>
        <p:txBody>
          <a:bodyPr vert="horz" wrap="square" lIns="0" tIns="63500" rIns="0" bIns="0" numCol="1" anchor="t" anchorCtr="0" compatLnSpc="1">
            <a:prstTxWarp prst="textNoShape">
              <a:avLst/>
            </a:prstTxWarp>
          </a:bodyPr>
          <a:lstStyle>
            <a:lvl1pPr marL="304800" indent="-304800" algn="l" rtl="0" eaLnBrk="0" fontAlgn="base" hangingPunct="0">
              <a:lnSpc>
                <a:spcPct val="111000"/>
              </a:lnSpc>
              <a:spcBef>
                <a:spcPct val="0"/>
              </a:spcBef>
              <a:spcAft>
                <a:spcPct val="0"/>
              </a:spcAft>
              <a:buClr>
                <a:srgbClr val="425C8F"/>
              </a:buClr>
              <a:buSzPct val="65000"/>
              <a:buFont typeface="Wingdings" panose="05000000000000000000" pitchFamily="2" charset="2"/>
              <a:buChar char="è"/>
              <a:defRPr>
                <a:solidFill>
                  <a:schemeClr val="tx1"/>
                </a:solidFill>
                <a:latin typeface="Arial" charset="0"/>
                <a:ea typeface="+mn-ea"/>
                <a:cs typeface="+mn-cs"/>
              </a:defRPr>
            </a:lvl1pPr>
            <a:lvl2pPr marL="609600" indent="-190500" algn="l" rtl="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charset="0"/>
              </a:defRPr>
            </a:lvl2pPr>
            <a:lvl3pPr marL="914400" indent="-190500" algn="l" rtl="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charset="0"/>
              </a:defRPr>
            </a:lvl3pPr>
            <a:lvl4pPr marL="1219200" indent="-190500" algn="l" rtl="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charset="0"/>
              </a:defRPr>
            </a:lvl4pPr>
            <a:lvl5pPr marL="1524000" indent="-190500" algn="l" rtl="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charset="0"/>
              </a:defRPr>
            </a:lvl5pPr>
            <a:lvl6pPr marL="1981200" indent="-190500" algn="l" rtl="0" fontAlgn="base">
              <a:lnSpc>
                <a:spcPct val="111000"/>
              </a:lnSpc>
              <a:spcBef>
                <a:spcPct val="0"/>
              </a:spcBef>
              <a:spcAft>
                <a:spcPct val="0"/>
              </a:spcAft>
              <a:buClr>
                <a:srgbClr val="425C8F"/>
              </a:buClr>
              <a:buSzPct val="50000"/>
              <a:buFont typeface="Wingdings" pitchFamily="2" charset="2"/>
              <a:buChar char=""/>
              <a:defRPr>
                <a:solidFill>
                  <a:schemeClr val="tx1"/>
                </a:solidFill>
                <a:latin typeface="+mn-lt"/>
              </a:defRPr>
            </a:lvl6pPr>
            <a:lvl7pPr marL="2438400" indent="-190500" algn="l" rtl="0" fontAlgn="base">
              <a:lnSpc>
                <a:spcPct val="111000"/>
              </a:lnSpc>
              <a:spcBef>
                <a:spcPct val="0"/>
              </a:spcBef>
              <a:spcAft>
                <a:spcPct val="0"/>
              </a:spcAft>
              <a:buClr>
                <a:srgbClr val="425C8F"/>
              </a:buClr>
              <a:buSzPct val="50000"/>
              <a:buFont typeface="Wingdings" pitchFamily="2" charset="2"/>
              <a:buChar char=""/>
              <a:defRPr>
                <a:solidFill>
                  <a:schemeClr val="tx1"/>
                </a:solidFill>
                <a:latin typeface="+mn-lt"/>
              </a:defRPr>
            </a:lvl7pPr>
            <a:lvl8pPr marL="2895600" indent="-190500" algn="l" rtl="0" fontAlgn="base">
              <a:lnSpc>
                <a:spcPct val="111000"/>
              </a:lnSpc>
              <a:spcBef>
                <a:spcPct val="0"/>
              </a:spcBef>
              <a:spcAft>
                <a:spcPct val="0"/>
              </a:spcAft>
              <a:buClr>
                <a:srgbClr val="425C8F"/>
              </a:buClr>
              <a:buSzPct val="50000"/>
              <a:buFont typeface="Wingdings" pitchFamily="2" charset="2"/>
              <a:buChar char=""/>
              <a:defRPr>
                <a:solidFill>
                  <a:schemeClr val="tx1"/>
                </a:solidFill>
                <a:latin typeface="+mn-lt"/>
              </a:defRPr>
            </a:lvl8pPr>
            <a:lvl9pPr marL="3352800" indent="-190500" algn="l" rtl="0" fontAlgn="base">
              <a:lnSpc>
                <a:spcPct val="111000"/>
              </a:lnSpc>
              <a:spcBef>
                <a:spcPct val="0"/>
              </a:spcBef>
              <a:spcAft>
                <a:spcPct val="0"/>
              </a:spcAft>
              <a:buClr>
                <a:srgbClr val="425C8F"/>
              </a:buClr>
              <a:buSzPct val="50000"/>
              <a:buFont typeface="Wingdings" pitchFamily="2" charset="2"/>
              <a:buChar char=""/>
              <a:defRPr>
                <a:solidFill>
                  <a:schemeClr val="tx1"/>
                </a:solidFill>
                <a:latin typeface="+mn-lt"/>
              </a:defRPr>
            </a:lvl9pPr>
          </a:lstStyle>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r>
              <a:rPr kumimoji="0" lang="en-GB" altLang="en-US" sz="1600" b="1" i="0" u="none" strike="noStrike" kern="0" cap="none" spc="0" normalizeH="0" baseline="0" noProof="0" dirty="0" smtClean="0">
                <a:ln>
                  <a:noFill/>
                </a:ln>
                <a:solidFill>
                  <a:srgbClr val="738CB4"/>
                </a:solidFill>
                <a:effectLst/>
                <a:uLnTx/>
                <a:uFillTx/>
                <a:latin typeface="Bosch Office Sans" pitchFamily="2" charset="0"/>
                <a:ea typeface="+mn-ea"/>
                <a:cs typeface="+mn-cs"/>
              </a:rPr>
              <a:t>Test the changes</a:t>
            </a:r>
            <a:r>
              <a:rPr kumimoji="0" lang="en-GB" altLang="en-US" sz="1600" b="0" i="0" u="none" strike="noStrike" kern="0" cap="none" spc="0" normalizeH="0" baseline="0" noProof="0" dirty="0" smtClean="0">
                <a:ln>
                  <a:noFill/>
                </a:ln>
                <a:solidFill>
                  <a:srgbClr val="000000"/>
                </a:solidFill>
                <a:effectLst/>
                <a:uLnTx/>
                <a:uFillTx/>
                <a:latin typeface="Bosch Office Sans" pitchFamily="2" charset="0"/>
                <a:ea typeface="+mn-ea"/>
                <a:cs typeface="+mn-cs"/>
              </a:rPr>
              <a:t> </a:t>
            </a:r>
          </a:p>
          <a:p>
            <a:pPr marL="609600" marR="0" lvl="1" indent="-190500" algn="l" defTabSz="914400" rtl="0" eaLnBrk="0" fontAlgn="base" latinLnBrk="0" hangingPunct="0">
              <a:lnSpc>
                <a:spcPct val="101000"/>
              </a:lnSpc>
              <a:spcBef>
                <a:spcPct val="0"/>
              </a:spcBef>
              <a:spcAft>
                <a:spcPct val="0"/>
              </a:spcAft>
              <a:buClr>
                <a:srgbClr val="738CB4"/>
              </a:buClr>
              <a:buSzPct val="65000"/>
              <a:buFont typeface="Wingdings" panose="05000000000000000000" pitchFamily="2" charset="2"/>
              <a:buChar char="l"/>
              <a:tabLst/>
              <a:defRPr/>
            </a:pPr>
            <a:r>
              <a:rPr kumimoji="0" lang="en-GB" altLang="en-US" sz="1600" b="0" i="0" u="none" strike="noStrike" kern="0" cap="none" spc="0" normalizeH="0" baseline="0" noProof="0" dirty="0" smtClean="0">
                <a:ln>
                  <a:noFill/>
                </a:ln>
                <a:solidFill>
                  <a:srgbClr val="000000"/>
                </a:solidFill>
                <a:effectLst/>
                <a:uLnTx/>
                <a:uFillTx/>
                <a:latin typeface="Bosch Office Sans" pitchFamily="2" charset="0"/>
              </a:rPr>
              <a:t>Test changed SW elements/functions (FNIDs) throughout the test levels</a:t>
            </a:r>
          </a:p>
          <a:p>
            <a:pPr marL="609600" marR="0" lvl="1" indent="-190500" algn="l" defTabSz="914400" rtl="0" eaLnBrk="0" fontAlgn="base" latinLnBrk="0" hangingPunct="0">
              <a:lnSpc>
                <a:spcPct val="101000"/>
              </a:lnSpc>
              <a:spcBef>
                <a:spcPct val="0"/>
              </a:spcBef>
              <a:spcAft>
                <a:spcPct val="0"/>
              </a:spcAft>
              <a:buClr>
                <a:srgbClr val="738CB4"/>
              </a:buClr>
              <a:buSzPct val="65000"/>
              <a:buFont typeface="Wingdings" panose="05000000000000000000" pitchFamily="2" charset="2"/>
              <a:buChar char="l"/>
              <a:tabLst/>
              <a:defRPr/>
            </a:pPr>
            <a:endParaRPr kumimoji="0" lang="en-GB" altLang="en-US" sz="800" b="0" i="0" u="none" strike="noStrike" kern="0" cap="none" spc="0" normalizeH="0" baseline="0" noProof="0" dirty="0" smtClean="0">
              <a:ln>
                <a:noFill/>
              </a:ln>
              <a:solidFill>
                <a:srgbClr val="000000"/>
              </a:solidFill>
              <a:effectLst/>
              <a:uLnTx/>
              <a:uFillTx/>
              <a:latin typeface="Bosch Office Sans" pitchFamily="2" charset="0"/>
            </a:endParaRPr>
          </a:p>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r>
              <a:rPr kumimoji="0" lang="en-GB" altLang="en-US" sz="1600" b="0" i="0" u="none" strike="noStrike" kern="0" cap="none" spc="0" normalizeH="0" baseline="0" noProof="0" dirty="0" smtClean="0">
                <a:ln>
                  <a:noFill/>
                </a:ln>
                <a:solidFill>
                  <a:srgbClr val="000000"/>
                </a:solidFill>
                <a:effectLst/>
                <a:uLnTx/>
                <a:uFillTx/>
                <a:latin typeface="Bosch Office Sans" pitchFamily="2" charset="0"/>
                <a:ea typeface="+mn-ea"/>
                <a:cs typeface="+mn-cs"/>
              </a:rPr>
              <a:t>Perform </a:t>
            </a:r>
            <a:r>
              <a:rPr kumimoji="0" lang="en-GB" altLang="en-US" sz="1600" b="1" i="0" u="none" strike="noStrike" kern="0" cap="none" spc="0" normalizeH="0" baseline="0" noProof="0" dirty="0" smtClean="0">
                <a:ln>
                  <a:noFill/>
                </a:ln>
                <a:solidFill>
                  <a:srgbClr val="738CB4"/>
                </a:solidFill>
                <a:effectLst/>
                <a:uLnTx/>
                <a:uFillTx/>
                <a:latin typeface="Bosch Office Sans" pitchFamily="2" charset="0"/>
                <a:ea typeface="+mn-ea"/>
                <a:cs typeface="+mn-cs"/>
              </a:rPr>
              <a:t>regression tests</a:t>
            </a:r>
            <a:r>
              <a:rPr kumimoji="0" lang="en-GB" altLang="en-US" sz="1600" b="0" i="0" u="none" strike="noStrike" kern="0" cap="none" spc="0" normalizeH="0" baseline="0" noProof="0" dirty="0" smtClean="0">
                <a:ln>
                  <a:noFill/>
                </a:ln>
                <a:solidFill>
                  <a:srgbClr val="000000"/>
                </a:solidFill>
                <a:effectLst/>
                <a:uLnTx/>
                <a:uFillTx/>
                <a:latin typeface="Bosch Office Sans" pitchFamily="2" charset="0"/>
                <a:ea typeface="+mn-ea"/>
                <a:cs typeface="+mn-cs"/>
              </a:rPr>
              <a:t> for unchanged parts (at least one test on system level for each unchanged FNID)</a:t>
            </a:r>
          </a:p>
          <a:p>
            <a:pPr marL="609600" marR="0" lvl="1" indent="-1905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
              <a:tabLst/>
              <a:defRPr/>
            </a:pPr>
            <a:endParaRPr kumimoji="0" lang="en-GB" altLang="en-US" sz="800" b="0" i="0" u="none" strike="noStrike" kern="0" cap="none" spc="0" normalizeH="0" baseline="0" noProof="0" dirty="0" smtClean="0">
              <a:ln>
                <a:noFill/>
              </a:ln>
              <a:solidFill>
                <a:srgbClr val="000000"/>
              </a:solidFill>
              <a:effectLst/>
              <a:uLnTx/>
              <a:uFillTx/>
              <a:latin typeface="Bosch Office Sans" pitchFamily="2" charset="0"/>
            </a:endParaRPr>
          </a:p>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r>
              <a:rPr kumimoji="0" lang="en-GB" altLang="en-US" sz="1600" b="0" i="0" u="none" strike="noStrike" kern="0" cap="none" spc="0" normalizeH="0" baseline="0" noProof="0" dirty="0" smtClean="0">
                <a:ln>
                  <a:noFill/>
                </a:ln>
                <a:solidFill>
                  <a:srgbClr val="000000"/>
                </a:solidFill>
                <a:effectLst/>
                <a:uLnTx/>
                <a:uFillTx/>
                <a:latin typeface="Bosch Office Sans" pitchFamily="2" charset="0"/>
                <a:ea typeface="+mn-ea"/>
                <a:cs typeface="+mn-cs"/>
              </a:rPr>
              <a:t>Apply the test campaigns according to the </a:t>
            </a:r>
            <a:r>
              <a:rPr kumimoji="0" lang="en-GB" altLang="en-US" sz="1600" b="1" i="0" u="none" strike="noStrike" kern="0" cap="none" spc="0" normalizeH="0" baseline="0" noProof="0" dirty="0" smtClean="0">
                <a:ln>
                  <a:noFill/>
                </a:ln>
                <a:solidFill>
                  <a:srgbClr val="738CB4"/>
                </a:solidFill>
                <a:effectLst/>
                <a:uLnTx/>
                <a:uFillTx/>
                <a:latin typeface="Bosch Office Sans" pitchFamily="2" charset="0"/>
                <a:ea typeface="+mn-ea"/>
                <a:cs typeface="+mn-cs"/>
              </a:rPr>
              <a:t>purpose of the baseline</a:t>
            </a:r>
          </a:p>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endParaRPr kumimoji="0" lang="en-GB" altLang="en-US" sz="800" b="0" i="0" u="none" strike="noStrike" kern="0" cap="none" spc="0" normalizeH="0" baseline="0" noProof="0" dirty="0" smtClean="0">
              <a:ln>
                <a:noFill/>
              </a:ln>
              <a:solidFill>
                <a:srgbClr val="000000"/>
              </a:solidFill>
              <a:effectLst/>
              <a:uLnTx/>
              <a:uFillTx/>
              <a:latin typeface="Bosch Office Sans" pitchFamily="2" charset="0"/>
              <a:ea typeface="+mn-ea"/>
              <a:cs typeface="+mn-cs"/>
            </a:endParaRPr>
          </a:p>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r>
              <a:rPr kumimoji="0" lang="en-GB" altLang="en-US" sz="1600" b="1" i="0" u="none" strike="noStrike" kern="0" cap="none" spc="0" normalizeH="0" baseline="0" noProof="0" dirty="0" smtClean="0">
                <a:ln>
                  <a:noFill/>
                </a:ln>
                <a:solidFill>
                  <a:srgbClr val="738CB4"/>
                </a:solidFill>
                <a:effectLst/>
                <a:uLnTx/>
                <a:uFillTx/>
                <a:latin typeface="Arial" panose="020B0604020202020204" pitchFamily="34" charset="0"/>
                <a:ea typeface="+mn-ea"/>
                <a:cs typeface="+mn-cs"/>
              </a:rPr>
              <a:t>Automate</a:t>
            </a:r>
            <a:r>
              <a:rPr kumimoji="0" lang="en-GB" alt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test runs when appropriate</a:t>
            </a:r>
          </a:p>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endParaRPr kumimoji="0" lang="en-GB" altLang="en-US" sz="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r>
              <a:rPr kumimoji="0" lang="en-GB" alt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Use the </a:t>
            </a:r>
            <a:r>
              <a:rPr kumimoji="0" lang="en-GB" altLang="en-US" sz="1600" b="1" i="0" u="none" strike="noStrike" kern="0" cap="none" spc="0" normalizeH="0" baseline="0" noProof="0" dirty="0" smtClean="0">
                <a:ln>
                  <a:noFill/>
                </a:ln>
                <a:solidFill>
                  <a:srgbClr val="738CB4"/>
                </a:solidFill>
                <a:effectLst/>
                <a:uLnTx/>
                <a:uFillTx/>
                <a:latin typeface="Arial" panose="020B0604020202020204" pitchFamily="34" charset="0"/>
                <a:ea typeface="+mn-ea"/>
                <a:cs typeface="+mn-cs"/>
              </a:rPr>
              <a:t>appropriate test method</a:t>
            </a:r>
            <a:r>
              <a:rPr kumimoji="0" lang="en-GB" alt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and infrastructure (e.g. don’t do a module tests in a vehicle; static analysis vs. dynamic tests etc.), think of Simulation (</a:t>
            </a:r>
            <a:r>
              <a:rPr kumimoji="0" lang="en-GB" altLang="en-US" sz="1600" b="0"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dSpace</a:t>
            </a:r>
            <a:r>
              <a:rPr kumimoji="0" lang="en-GB" alt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p>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endParaRPr kumimoji="0" lang="en-GB" altLang="en-US" sz="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r>
              <a:rPr kumimoji="0" lang="en-GB" altLang="en-US" sz="1600" b="1" i="0" u="none" strike="noStrike" kern="0" cap="none" spc="0" normalizeH="0" baseline="0" noProof="0" dirty="0" smtClean="0">
                <a:ln>
                  <a:noFill/>
                </a:ln>
                <a:solidFill>
                  <a:srgbClr val="738CB4"/>
                </a:solidFill>
                <a:effectLst/>
                <a:uLnTx/>
                <a:uFillTx/>
                <a:latin typeface="Arial" panose="020B0604020202020204" pitchFamily="34" charset="0"/>
                <a:ea typeface="+mn-ea"/>
                <a:cs typeface="+mn-cs"/>
              </a:rPr>
              <a:t>Test sub-elements</a:t>
            </a:r>
            <a:r>
              <a:rPr kumimoji="0" lang="en-GB" alt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of the system before integration (“divide and conquer”: easier to locate the fault)</a:t>
            </a:r>
          </a:p>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endParaRPr kumimoji="0" lang="en-GB" altLang="en-US" sz="8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04800" marR="0" lvl="0" indent="-304800" algn="l" defTabSz="914400" rtl="0" eaLnBrk="0" fontAlgn="base" latinLnBrk="0" hangingPunct="0">
              <a:lnSpc>
                <a:spcPct val="101000"/>
              </a:lnSpc>
              <a:spcBef>
                <a:spcPct val="0"/>
              </a:spcBef>
              <a:spcAft>
                <a:spcPct val="0"/>
              </a:spcAft>
              <a:buClr>
                <a:srgbClr val="738CB4"/>
              </a:buClr>
              <a:buSzPct val="80000"/>
              <a:buFont typeface="Wingdings" panose="05000000000000000000" pitchFamily="2" charset="2"/>
              <a:buChar char="è"/>
              <a:tabLst/>
              <a:defRPr/>
            </a:pPr>
            <a:r>
              <a:rPr kumimoji="0" lang="en-GB" alt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Enforce </a:t>
            </a:r>
            <a:r>
              <a:rPr kumimoji="0" lang="en-GB" altLang="en-US" sz="1600" b="1" i="0" u="none" strike="noStrike" kern="0" cap="none" spc="0" normalizeH="0" baseline="0" noProof="0" dirty="0" smtClean="0">
                <a:ln>
                  <a:noFill/>
                </a:ln>
                <a:solidFill>
                  <a:srgbClr val="738CB4"/>
                </a:solidFill>
                <a:effectLst/>
                <a:uLnTx/>
                <a:uFillTx/>
                <a:latin typeface="Arial" panose="020B0604020202020204" pitchFamily="34" charset="0"/>
                <a:ea typeface="+mn-ea"/>
                <a:cs typeface="+mn-cs"/>
              </a:rPr>
              <a:t>specifications, architectures and designs</a:t>
            </a:r>
            <a:r>
              <a:rPr kumimoji="0" lang="en-GB" alt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to improve the testability of the system</a:t>
            </a:r>
          </a:p>
          <a:p>
            <a:pPr marL="304800" marR="0" lvl="0" indent="-304800" algn="l" defTabSz="914400" rtl="0" eaLnBrk="0" fontAlgn="base" latinLnBrk="0" hangingPunct="0">
              <a:lnSpc>
                <a:spcPct val="101000"/>
              </a:lnSpc>
              <a:spcBef>
                <a:spcPct val="0"/>
              </a:spcBef>
              <a:spcAft>
                <a:spcPct val="0"/>
              </a:spcAft>
              <a:buClr>
                <a:srgbClr val="425C8F"/>
              </a:buClr>
              <a:buSzPct val="65000"/>
              <a:buFont typeface="Wingdings" panose="05000000000000000000" pitchFamily="2" charset="2"/>
              <a:buChar char="è"/>
              <a:tabLst/>
              <a:defRPr/>
            </a:pPr>
            <a:endParaRPr kumimoji="0" lang="en-GB" altLang="en-US" sz="1600" b="0" i="0" u="none" strike="noStrike" kern="0" cap="none" spc="0" normalizeH="0" baseline="0" noProof="0" dirty="0" smtClean="0">
              <a:ln>
                <a:noFill/>
              </a:ln>
              <a:solidFill>
                <a:srgbClr val="000000"/>
              </a:solidFill>
              <a:effectLst/>
              <a:uLnTx/>
              <a:uFillTx/>
              <a:latin typeface="Bosch Office Sans" pitchFamily="2" charset="0"/>
              <a:ea typeface="+mn-ea"/>
              <a:cs typeface="+mn-cs"/>
            </a:endParaRPr>
          </a:p>
        </p:txBody>
      </p:sp>
    </p:spTree>
    <p:custDataLst>
      <p:tags r:id="rId1"/>
    </p:custDataLst>
    <p:extLst>
      <p:ext uri="{BB962C8B-B14F-4D97-AF65-F5344CB8AC3E}">
        <p14:creationId xmlns:p14="http://schemas.microsoft.com/office/powerpoint/2010/main" val="2244510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10</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9" name="WordArt 23"/>
          <p:cNvSpPr>
            <a:spLocks noChangeArrowheads="1" noChangeShapeType="1" noTextEdit="1"/>
          </p:cNvSpPr>
          <p:nvPr>
            <p:custDataLst>
              <p:tags r:id="rId8"/>
            </p:custDataLst>
          </p:nvPr>
        </p:nvSpPr>
        <p:spPr bwMode="auto">
          <a:xfrm>
            <a:off x="3579104" y="2253773"/>
            <a:ext cx="3024187" cy="503238"/>
          </a:xfrm>
          <a:prstGeom prst="rect">
            <a:avLst/>
          </a:prstGeom>
        </p:spPr>
        <p:txBody>
          <a:bodyPr wrap="none" fromWordArt="1">
            <a:prstTxWarp prst="textPlain">
              <a:avLst>
                <a:gd name="adj" fmla="val 50000"/>
              </a:avLst>
            </a:prstTxWarp>
          </a:bodyPr>
          <a:lstStyle/>
          <a:p>
            <a:pPr algn="ctr"/>
            <a:r>
              <a:rPr lang="en-GB" sz="3600" b="1" kern="10">
                <a:ln w="12700">
                  <a:solidFill>
                    <a:srgbClr val="EAEAEA"/>
                  </a:solidFill>
                  <a:round/>
                  <a:headEnd/>
                  <a:tailEnd/>
                </a:ln>
                <a:gradFill rotWithShape="1">
                  <a:gsLst>
                    <a:gs pos="0">
                      <a:schemeClr val="accent2"/>
                    </a:gs>
                    <a:gs pos="100000">
                      <a:srgbClr val="1F2B42"/>
                    </a:gs>
                  </a:gsLst>
                  <a:lin ang="5400000" scaled="1"/>
                </a:gradFill>
                <a:latin typeface="Impact" panose="020B0806030902050204" pitchFamily="34" charset="0"/>
              </a:rPr>
              <a:t>Module Test</a:t>
            </a:r>
          </a:p>
        </p:txBody>
      </p:sp>
      <p:grpSp>
        <p:nvGrpSpPr>
          <p:cNvPr id="10" name="Group 23"/>
          <p:cNvGrpSpPr>
            <a:grpSpLocks/>
          </p:cNvGrpSpPr>
          <p:nvPr/>
        </p:nvGrpSpPr>
        <p:grpSpPr bwMode="auto">
          <a:xfrm>
            <a:off x="410845" y="4480804"/>
            <a:ext cx="10064805" cy="963612"/>
            <a:chOff x="239" y="2789"/>
            <a:chExt cx="4853" cy="607"/>
          </a:xfrm>
        </p:grpSpPr>
        <p:pic>
          <p:nvPicPr>
            <p:cNvPr id="11" name="Picture 32" descr="MP900386795"/>
            <p:cNvPicPr>
              <a:picLocks noChangeAspect="1" noChangeArrowheads="1"/>
            </p:cNvPicPr>
            <p:nvPr>
              <p:custDataLst>
                <p:tags r:id="rId9"/>
              </p:custDataLst>
            </p:nvPr>
          </p:nvPicPr>
          <p:blipFill>
            <a:blip r:embed="rId14" cstate="print">
              <a:lum bright="20000"/>
              <a:extLst>
                <a:ext uri="{28A0092B-C50C-407E-A947-70E740481C1C}">
                  <a14:useLocalDpi xmlns:a14="http://schemas.microsoft.com/office/drawing/2010/main" val="0"/>
                </a:ext>
              </a:extLst>
            </a:blip>
            <a:srcRect/>
            <a:stretch>
              <a:fillRect/>
            </a:stretch>
          </p:blipFill>
          <p:spPr bwMode="auto">
            <a:xfrm>
              <a:off x="239" y="2789"/>
              <a:ext cx="1179"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1" descr="MP900386812"/>
            <p:cNvPicPr>
              <a:picLocks noChangeAspect="1" noChangeArrowheads="1"/>
            </p:cNvPicPr>
            <p:nvPr>
              <p:custDataLst>
                <p:tags r:id="rId10"/>
              </p:custDataLst>
            </p:nvPr>
          </p:nvPicPr>
          <p:blipFill>
            <a:blip r:embed="rId15" cstate="print">
              <a:lum bright="20000"/>
              <a:extLst>
                <a:ext uri="{28A0092B-C50C-407E-A947-70E740481C1C}">
                  <a14:useLocalDpi xmlns:a14="http://schemas.microsoft.com/office/drawing/2010/main" val="0"/>
                </a:ext>
              </a:extLst>
            </a:blip>
            <a:srcRect/>
            <a:stretch>
              <a:fillRect/>
            </a:stretch>
          </p:blipFill>
          <p:spPr bwMode="auto">
            <a:xfrm>
              <a:off x="1457" y="2789"/>
              <a:ext cx="1179"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3"/>
            <p:cNvPicPr>
              <a:picLocks noChangeAspect="1" noChangeArrowheads="1"/>
            </p:cNvPicPr>
            <p:nvPr>
              <p:custDataLst>
                <p:tags r:id="rId11"/>
              </p:custDataLst>
            </p:nvPr>
          </p:nvPicPr>
          <p:blipFill>
            <a:blip r:embed="rId16">
              <a:extLst>
                <a:ext uri="{28A0092B-C50C-407E-A947-70E740481C1C}">
                  <a14:useLocalDpi xmlns:a14="http://schemas.microsoft.com/office/drawing/2010/main" val="0"/>
                </a:ext>
              </a:extLst>
            </a:blip>
            <a:srcRect l="952" t="1851" r="952" b="1851"/>
            <a:stretch>
              <a:fillRect/>
            </a:stretch>
          </p:blipFill>
          <p:spPr bwMode="auto">
            <a:xfrm>
              <a:off x="2673" y="2789"/>
              <a:ext cx="1202" cy="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A7A7A7"/>
                  </a:solidFill>
                  <a:miter lim="800000"/>
                  <a:headEnd/>
                  <a:tailEnd/>
                </a14:hiddenLine>
              </a:ext>
            </a:extLst>
          </p:spPr>
        </p:pic>
        <p:pic>
          <p:nvPicPr>
            <p:cNvPr id="14" name="Picture 34" descr="MP900386794"/>
            <p:cNvPicPr>
              <a:picLocks noChangeAspect="1" noChangeArrowheads="1"/>
            </p:cNvPicPr>
            <p:nvPr>
              <p:custDataLst>
                <p:tags r:id="rId12"/>
              </p:custDataLst>
            </p:nvPr>
          </p:nvPicPr>
          <p:blipFill>
            <a:blip r:embed="rId17" cstate="print">
              <a:lum bright="20000"/>
              <a:extLst>
                <a:ext uri="{28A0092B-C50C-407E-A947-70E740481C1C}">
                  <a14:useLocalDpi xmlns:a14="http://schemas.microsoft.com/office/drawing/2010/main" val="0"/>
                </a:ext>
              </a:extLst>
            </a:blip>
            <a:srcRect/>
            <a:stretch>
              <a:fillRect/>
            </a:stretch>
          </p:blipFill>
          <p:spPr bwMode="auto">
            <a:xfrm>
              <a:off x="3913" y="2789"/>
              <a:ext cx="1179" cy="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ustDataLst>
      <p:tags r:id="rId1"/>
    </p:custDataLst>
    <p:extLst>
      <p:ext uri="{BB962C8B-B14F-4D97-AF65-F5344CB8AC3E}">
        <p14:creationId xmlns:p14="http://schemas.microsoft.com/office/powerpoint/2010/main" val="3373067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11</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smtClean="0">
                <a:solidFill>
                  <a:srgbClr val="A80163"/>
                </a:solidFill>
              </a:rPr>
              <a:t>Module Test</a:t>
            </a:r>
            <a:endParaRPr lang="en-US" sz="2800" dirty="0">
              <a:solidFill>
                <a:srgbClr val="A80163"/>
              </a:solidFill>
            </a:endParaRPr>
          </a:p>
        </p:txBody>
      </p:sp>
      <p:sp>
        <p:nvSpPr>
          <p:cNvPr id="9" name="Rectangle 3_"/>
          <p:cNvSpPr>
            <a:spLocks noChangeArrowheads="1"/>
          </p:cNvSpPr>
          <p:nvPr>
            <p:custDataLst>
              <p:tags r:id="rId9"/>
            </p:custDataLst>
          </p:nvPr>
        </p:nvSpPr>
        <p:spPr bwMode="auto">
          <a:xfrm>
            <a:off x="566738" y="1069975"/>
            <a:ext cx="7315200"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chemeClr val="tx1"/>
                </a:solidFill>
                <a:miter lim="800000"/>
                <a:headEnd/>
                <a:tailEnd/>
              </a14:hiddenLine>
            </a:ext>
            <a:ext uri="{AF507438-7753-43E0-B8FC-AC1667EBCBE1}">
              <a14:hiddenEffects xmlns:a14="http://schemas.microsoft.com/office/drawing/2010/main">
                <a:effectLst>
                  <a:outerShdw algn="ctr" rotWithShape="0">
                    <a:schemeClr val="bg2"/>
                  </a:outerShdw>
                </a:effectLst>
              </a14:hiddenEffects>
            </a:ext>
          </a:extLst>
        </p:spPr>
        <p:txBody>
          <a:bodyPr lIns="0" tIns="63500" rIns="0" bIns="0"/>
          <a:lstStyle>
            <a:lvl1pPr marL="342900" indent="-342900">
              <a:lnSpc>
                <a:spcPct val="111000"/>
              </a:lnSpc>
              <a:buClr>
                <a:srgbClr val="425C8F"/>
              </a:buClr>
              <a:buSzPct val="65000"/>
              <a:buFont typeface="Wingdings" panose="05000000000000000000" pitchFamily="2" charset="2"/>
              <a:buChar char="è"/>
              <a:defRPr>
                <a:solidFill>
                  <a:schemeClr val="tx1"/>
                </a:solidFill>
                <a:latin typeface="Arial" panose="020B0604020202020204" pitchFamily="34" charset="0"/>
              </a:defRPr>
            </a:lvl1pPr>
            <a:lvl2pPr marL="762000" indent="-3429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2pPr>
            <a:lvl3pPr marL="1257300" indent="-3429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3pPr>
            <a:lvl4pPr marL="1714500" indent="-3429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4pPr>
            <a:lvl5pPr marL="2171700" indent="-3429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5pPr>
            <a:lvl6pPr marL="2628900" indent="-3429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6pPr>
            <a:lvl7pPr marL="3086100" indent="-3429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7pPr>
            <a:lvl8pPr marL="3543300" indent="-3429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8pPr>
            <a:lvl9pPr marL="4000500" indent="-3429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9pPr>
          </a:lstStyle>
          <a:p>
            <a:pPr eaLnBrk="0" hangingPunct="0">
              <a:buFont typeface="Wingdings" panose="05000000000000000000" pitchFamily="2" charset="2"/>
              <a:buNone/>
            </a:pPr>
            <a:endParaRPr lang="en-GB" altLang="en-US" sz="1600" dirty="0" smtClean="0">
              <a:solidFill>
                <a:srgbClr val="000000"/>
              </a:solidFill>
              <a:latin typeface="Bosch Office Sans" pitchFamily="2" charset="0"/>
            </a:endParaRPr>
          </a:p>
          <a:p>
            <a:pPr eaLnBrk="0" hangingPunct="0">
              <a:buClr>
                <a:srgbClr val="738CB4"/>
              </a:buClr>
              <a:buSzPct val="80000"/>
            </a:pPr>
            <a:r>
              <a:rPr lang="en-GB" altLang="en-US" sz="1600" b="1" dirty="0" smtClean="0">
                <a:solidFill>
                  <a:srgbClr val="738CB4"/>
                </a:solidFill>
                <a:latin typeface="Bosch Office Sans" pitchFamily="2" charset="0"/>
              </a:rPr>
              <a:t>Definition of module</a:t>
            </a:r>
            <a:r>
              <a:rPr lang="en-GB" altLang="en-US" sz="1600" dirty="0" smtClean="0">
                <a:solidFill>
                  <a:srgbClr val="000000"/>
                </a:solidFill>
                <a:latin typeface="Bosch Office Sans" pitchFamily="2" charset="0"/>
              </a:rPr>
              <a:t>: </a:t>
            </a:r>
          </a:p>
          <a:p>
            <a:pPr eaLnBrk="0" hangingPunct="0">
              <a:buClr>
                <a:srgbClr val="738CB4"/>
              </a:buClr>
              <a:buSzPct val="80000"/>
              <a:buFont typeface="Wingdings" panose="05000000000000000000" pitchFamily="2" charset="2"/>
              <a:buNone/>
            </a:pPr>
            <a:r>
              <a:rPr lang="en-GB" altLang="en-US" sz="1600" dirty="0" smtClean="0">
                <a:solidFill>
                  <a:srgbClr val="000000"/>
                </a:solidFill>
                <a:latin typeface="Bosch Office Sans" pitchFamily="2" charset="0"/>
              </a:rPr>
              <a:t>	“Module tests verify the </a:t>
            </a:r>
            <a:r>
              <a:rPr lang="en-GB" altLang="en-US" sz="1600" b="1" dirty="0" smtClean="0">
                <a:solidFill>
                  <a:srgbClr val="738CB4"/>
                </a:solidFill>
                <a:latin typeface="Bosch Office Sans" pitchFamily="2" charset="0"/>
              </a:rPr>
              <a:t>smallest specified SW</a:t>
            </a:r>
            <a:r>
              <a:rPr lang="en-GB" altLang="en-US" sz="1600" dirty="0" smtClean="0">
                <a:solidFill>
                  <a:srgbClr val="000000"/>
                </a:solidFill>
                <a:latin typeface="Bosch Office Sans" pitchFamily="2" charset="0"/>
              </a:rPr>
              <a:t> </a:t>
            </a:r>
            <a:r>
              <a:rPr lang="en-GB" altLang="en-US" sz="1600" b="1" dirty="0" smtClean="0">
                <a:solidFill>
                  <a:srgbClr val="738CB4"/>
                </a:solidFill>
                <a:latin typeface="Bosch Office Sans" pitchFamily="2" charset="0"/>
              </a:rPr>
              <a:t>items</a:t>
            </a:r>
            <a:r>
              <a:rPr lang="en-GB" altLang="en-US" sz="1600" dirty="0" smtClean="0">
                <a:solidFill>
                  <a:srgbClr val="000000"/>
                </a:solidFill>
                <a:latin typeface="Bosch Office Sans" pitchFamily="2" charset="0"/>
              </a:rPr>
              <a:t>. The test object of a module test is therefore essentially defined by the given </a:t>
            </a:r>
            <a:r>
              <a:rPr lang="en-GB" altLang="en-US" sz="1600" b="1" dirty="0" smtClean="0">
                <a:solidFill>
                  <a:srgbClr val="738CB4"/>
                </a:solidFill>
                <a:latin typeface="Bosch Office Sans" pitchFamily="2" charset="0"/>
              </a:rPr>
              <a:t>SW architecture / design</a:t>
            </a:r>
            <a:r>
              <a:rPr lang="en-GB" altLang="en-US" sz="1600" dirty="0" smtClean="0">
                <a:solidFill>
                  <a:srgbClr val="000000"/>
                </a:solidFill>
                <a:latin typeface="Bosch Office Sans" pitchFamily="2" charset="0"/>
              </a:rPr>
              <a:t> and not by the module test process.”</a:t>
            </a:r>
          </a:p>
          <a:p>
            <a:pPr eaLnBrk="0" hangingPunct="0">
              <a:buSzPct val="80000"/>
            </a:pPr>
            <a:endParaRPr lang="en-GB" altLang="en-US" sz="1600" dirty="0" smtClean="0">
              <a:solidFill>
                <a:srgbClr val="000000"/>
              </a:solidFill>
              <a:latin typeface="Bosch Office Sans" pitchFamily="2" charset="0"/>
            </a:endParaRPr>
          </a:p>
          <a:p>
            <a:pPr eaLnBrk="0" hangingPunct="0">
              <a:buClr>
                <a:srgbClr val="738CB4"/>
              </a:buClr>
              <a:buSzPct val="80000"/>
            </a:pPr>
            <a:r>
              <a:rPr lang="en-GB" altLang="en-US" sz="1600" dirty="0" smtClean="0">
                <a:solidFill>
                  <a:srgbClr val="000000"/>
                </a:solidFill>
                <a:latin typeface="Bosch Office Sans" pitchFamily="2" charset="0"/>
              </a:rPr>
              <a:t>Test Targets are given: </a:t>
            </a:r>
          </a:p>
          <a:p>
            <a:pPr lvl="1" eaLnBrk="0" hangingPunct="0">
              <a:buSzPct val="70000"/>
              <a:buFont typeface="Bosch Office Sans" pitchFamily="2" charset="0"/>
              <a:buAutoNum type="arabicPeriod"/>
            </a:pPr>
            <a:r>
              <a:rPr lang="en-US" altLang="en-US" sz="1600" dirty="0" smtClean="0">
                <a:solidFill>
                  <a:srgbClr val="000000"/>
                </a:solidFill>
                <a:latin typeface="Bosch Office Sans" pitchFamily="2" charset="0"/>
              </a:rPr>
              <a:t>Platform: </a:t>
            </a:r>
            <a:r>
              <a:rPr lang="en-US" altLang="en-US" sz="1600" dirty="0">
                <a:solidFill>
                  <a:srgbClr val="000000"/>
                </a:solidFill>
                <a:latin typeface="Bosch Office Sans" pitchFamily="2" charset="0"/>
              </a:rPr>
              <a:t>all changed and </a:t>
            </a:r>
            <a:r>
              <a:rPr lang="en-US" altLang="en-US" sz="1600" dirty="0" smtClean="0">
                <a:solidFill>
                  <a:srgbClr val="000000"/>
                </a:solidFill>
                <a:latin typeface="Bosch Office Sans" pitchFamily="2" charset="0"/>
              </a:rPr>
              <a:t>newly SW-module test items are module tested. </a:t>
            </a:r>
          </a:p>
          <a:p>
            <a:pPr lvl="1" eaLnBrk="0" hangingPunct="0">
              <a:buSzPct val="70000"/>
              <a:buFont typeface="Bosch Office Sans" pitchFamily="2" charset="0"/>
              <a:buAutoNum type="arabicPeriod"/>
            </a:pPr>
            <a:r>
              <a:rPr lang="en-US" altLang="en-US" sz="1600" dirty="0" smtClean="0">
                <a:solidFill>
                  <a:srgbClr val="000000"/>
                </a:solidFill>
                <a:latin typeface="Bosch Office Sans" pitchFamily="2" charset="0"/>
              </a:rPr>
              <a:t>Customer Projects: </a:t>
            </a:r>
            <a:r>
              <a:rPr lang="en-US" altLang="en-US" sz="1600" dirty="0">
                <a:solidFill>
                  <a:srgbClr val="000000"/>
                </a:solidFill>
                <a:latin typeface="Bosch Office Sans" pitchFamily="2" charset="0"/>
              </a:rPr>
              <a:t>all changed and newly SW-module test items are module tested. </a:t>
            </a:r>
          </a:p>
          <a:p>
            <a:pPr marL="419100" lvl="1" indent="0" eaLnBrk="0" hangingPunct="0">
              <a:buSzPct val="70000"/>
              <a:buNone/>
            </a:pPr>
            <a:endParaRPr lang="en-GB" altLang="en-US" sz="1600" dirty="0" smtClean="0">
              <a:solidFill>
                <a:srgbClr val="000000"/>
              </a:solidFill>
              <a:latin typeface="Bosch Office Sans" pitchFamily="2" charset="0"/>
            </a:endParaRPr>
          </a:p>
          <a:p>
            <a:pPr eaLnBrk="0" hangingPunct="0">
              <a:buFont typeface="Wingdings" panose="05000000000000000000" pitchFamily="2" charset="2"/>
              <a:buNone/>
            </a:pPr>
            <a:endParaRPr lang="en-GB" altLang="en-US" sz="1600" dirty="0" smtClean="0">
              <a:solidFill>
                <a:srgbClr val="000000"/>
              </a:solidFill>
              <a:latin typeface="Bosch Office Sans" pitchFamily="2" charset="0"/>
            </a:endParaRPr>
          </a:p>
          <a:p>
            <a:pPr eaLnBrk="0" hangingPunct="0">
              <a:buFont typeface="Wingdings" panose="05000000000000000000" pitchFamily="2" charset="2"/>
              <a:buNone/>
            </a:pPr>
            <a:r>
              <a:rPr altLang="en-US" sz="1600" b="1" dirty="0" smtClean="0">
                <a:solidFill>
                  <a:srgbClr val="738CB4"/>
                </a:solidFill>
                <a:latin typeface="Bosch Office Sans" pitchFamily="2" charset="0"/>
              </a:rPr>
              <a:t>General</a:t>
            </a:r>
            <a:r>
              <a:rPr altLang="en-US" sz="1600" dirty="0" smtClean="0">
                <a:solidFill>
                  <a:srgbClr val="000000"/>
                </a:solidFill>
                <a:latin typeface="Bosch Office Sans" pitchFamily="2" charset="0"/>
              </a:rPr>
              <a:t>: individual</a:t>
            </a:r>
            <a:r>
              <a:rPr altLang="en-US" dirty="0" smtClean="0">
                <a:solidFill>
                  <a:srgbClr val="000000"/>
                </a:solidFill>
                <a:latin typeface="Bosch Office Sans" pitchFamily="2" charset="0"/>
              </a:rPr>
              <a:t> </a:t>
            </a:r>
            <a:r>
              <a:rPr altLang="en-US" sz="1600" dirty="0" smtClean="0">
                <a:solidFill>
                  <a:srgbClr val="000000"/>
                </a:solidFill>
                <a:latin typeface="Bosch Office Sans" pitchFamily="2" charset="0"/>
              </a:rPr>
              <a:t>process descriptions for each </a:t>
            </a:r>
            <a:r>
              <a:rPr altLang="en-US" sz="1600" dirty="0" err="1" smtClean="0">
                <a:solidFill>
                  <a:srgbClr val="000000"/>
                </a:solidFill>
                <a:latin typeface="Bosch Office Sans" pitchFamily="2" charset="0"/>
              </a:rPr>
              <a:t>xSW</a:t>
            </a:r>
            <a:r>
              <a:rPr altLang="en-US" sz="1600" dirty="0" smtClean="0">
                <a:solidFill>
                  <a:srgbClr val="000000"/>
                </a:solidFill>
                <a:latin typeface="Bosch Office Sans" pitchFamily="2" charset="0"/>
              </a:rPr>
              <a:t> (ASW, HSW, DSW, …)</a:t>
            </a:r>
            <a:endParaRPr lang="de-DE" altLang="en-US" sz="1600" dirty="0" smtClean="0">
              <a:solidFill>
                <a:srgbClr val="000000"/>
              </a:solidFill>
              <a:latin typeface="Bosch Office Sans" pitchFamily="2" charset="0"/>
            </a:endParaRPr>
          </a:p>
        </p:txBody>
      </p:sp>
    </p:spTree>
    <p:custDataLst>
      <p:tags r:id="rId1"/>
    </p:custDataLst>
    <p:extLst>
      <p:ext uri="{BB962C8B-B14F-4D97-AF65-F5344CB8AC3E}">
        <p14:creationId xmlns:p14="http://schemas.microsoft.com/office/powerpoint/2010/main" val="11115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12</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smtClean="0">
                <a:solidFill>
                  <a:srgbClr val="A80163"/>
                </a:solidFill>
              </a:rPr>
              <a:t>Module Test</a:t>
            </a:r>
            <a:endParaRPr lang="en-US" sz="2800" dirty="0">
              <a:solidFill>
                <a:srgbClr val="A80163"/>
              </a:solidFill>
            </a:endParaRPr>
          </a:p>
        </p:txBody>
      </p:sp>
      <p:sp>
        <p:nvSpPr>
          <p:cNvPr id="9" name="AutoShape 16"/>
          <p:cNvSpPr>
            <a:spLocks noChangeArrowheads="1"/>
          </p:cNvSpPr>
          <p:nvPr>
            <p:custDataLst>
              <p:tags r:id="rId9"/>
            </p:custDataLst>
          </p:nvPr>
        </p:nvSpPr>
        <p:spPr bwMode="auto">
          <a:xfrm>
            <a:off x="5126901" y="679000"/>
            <a:ext cx="901700" cy="696913"/>
          </a:xfrm>
          <a:prstGeom prst="flowChartDocumen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dirty="0" smtClean="0">
                <a:ln>
                  <a:noFill/>
                </a:ln>
                <a:solidFill>
                  <a:srgbClr val="FFFFFF"/>
                </a:solidFill>
                <a:effectLst/>
                <a:uLnTx/>
                <a:uFillTx/>
                <a:latin typeface="Bosch Office Sans" pitchFamily="2" charset="0"/>
                <a:ea typeface="MS Mincho" charset="-128"/>
              </a:rPr>
              <a:t>Baseline</a:t>
            </a: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dirty="0" smtClean="0">
                <a:ln>
                  <a:noFill/>
                </a:ln>
                <a:solidFill>
                  <a:srgbClr val="FFFFFF"/>
                </a:solidFill>
                <a:effectLst/>
                <a:uLnTx/>
                <a:uFillTx/>
                <a:latin typeface="Bosch Office Sans" pitchFamily="2" charset="0"/>
                <a:ea typeface="MS Mincho" charset="-128"/>
              </a:rPr>
              <a:t>planning</a:t>
            </a:r>
            <a:endParaRPr kumimoji="0" lang="en-GB" altLang="en-US" sz="1800" b="1" i="0" u="none" strike="noStrike" kern="0" cap="none" spc="0" normalizeH="0" baseline="0" noProof="0" dirty="0" smtClean="0">
              <a:ln>
                <a:noFill/>
              </a:ln>
              <a:solidFill>
                <a:srgbClr val="FFFFFF"/>
              </a:solidFill>
              <a:effectLst/>
              <a:uLnTx/>
              <a:uFillTx/>
              <a:latin typeface="Bosch Office Sans" pitchFamily="2" charset="0"/>
            </a:endParaRPr>
          </a:p>
        </p:txBody>
      </p:sp>
      <p:sp>
        <p:nvSpPr>
          <p:cNvPr id="10" name="AutoShape 17"/>
          <p:cNvSpPr>
            <a:spLocks noChangeArrowheads="1"/>
          </p:cNvSpPr>
          <p:nvPr>
            <p:custDataLst>
              <p:tags r:id="rId10"/>
            </p:custDataLst>
          </p:nvPr>
        </p:nvSpPr>
        <p:spPr bwMode="auto">
          <a:xfrm>
            <a:off x="5134838" y="1482275"/>
            <a:ext cx="911225" cy="652463"/>
          </a:xfrm>
          <a:prstGeom prst="flowChartDocumen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SW</a:t>
            </a: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Module Design</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11" name="AutoShape 18"/>
          <p:cNvSpPr>
            <a:spLocks noChangeArrowheads="1"/>
          </p:cNvSpPr>
          <p:nvPr>
            <p:custDataLst>
              <p:tags r:id="rId11"/>
            </p:custDataLst>
          </p:nvPr>
        </p:nvSpPr>
        <p:spPr bwMode="auto">
          <a:xfrm>
            <a:off x="8587651" y="679000"/>
            <a:ext cx="990600" cy="652463"/>
          </a:xfrm>
          <a:prstGeom prst="flowChartDocument">
            <a:avLst/>
          </a:prstGeom>
          <a:solidFill>
            <a:srgbClr val="738CB4"/>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rIns="54000"/>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100" b="1" i="0" u="none" strike="noStrike" kern="0" cap="none" spc="0" normalizeH="0" baseline="0" noProof="0" smtClean="0">
                <a:ln>
                  <a:noFill/>
                </a:ln>
                <a:solidFill>
                  <a:srgbClr val="FFFFFF"/>
                </a:solidFill>
                <a:effectLst/>
                <a:uLnTx/>
                <a:uFillTx/>
                <a:latin typeface="Bosch Office Sans" pitchFamily="2" charset="0"/>
                <a:ea typeface="MS Mincho" charset="-128"/>
              </a:rPr>
              <a:t>Unit test specification</a:t>
            </a:r>
            <a:endParaRPr kumimoji="0" lang="en-GB" altLang="en-US" sz="1100" b="1" i="0" u="none" strike="noStrike" kern="0" cap="none" spc="0" normalizeH="0" baseline="0" noProof="0" smtClean="0">
              <a:ln>
                <a:noFill/>
              </a:ln>
              <a:solidFill>
                <a:srgbClr val="000000"/>
              </a:solidFill>
              <a:effectLst/>
              <a:uLnTx/>
              <a:uFillTx/>
              <a:latin typeface="Bosch Office Sans" pitchFamily="2" charset="0"/>
            </a:endParaRPr>
          </a:p>
        </p:txBody>
      </p:sp>
      <p:sp>
        <p:nvSpPr>
          <p:cNvPr id="12" name="AutoShape 19"/>
          <p:cNvSpPr>
            <a:spLocks noChangeArrowheads="1"/>
          </p:cNvSpPr>
          <p:nvPr>
            <p:custDataLst>
              <p:tags r:id="rId12"/>
            </p:custDataLst>
          </p:nvPr>
        </p:nvSpPr>
        <p:spPr bwMode="auto">
          <a:xfrm>
            <a:off x="8606701" y="1398138"/>
            <a:ext cx="971550" cy="652462"/>
          </a:xfrm>
          <a:prstGeom prst="flowChartDocument">
            <a:avLst/>
          </a:prstGeom>
          <a:solidFill>
            <a:srgbClr val="738CB4"/>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dirty="0" smtClean="0">
                <a:ln>
                  <a:noFill/>
                </a:ln>
                <a:solidFill>
                  <a:srgbClr val="FFFFFF"/>
                </a:solidFill>
                <a:effectLst/>
                <a:uLnTx/>
                <a:uFillTx/>
                <a:latin typeface="Bosch Office Sans" pitchFamily="2" charset="0"/>
                <a:ea typeface="MS Mincho" charset="-128"/>
              </a:rPr>
              <a:t>Unit code coverage</a:t>
            </a:r>
            <a:endParaRPr kumimoji="0" lang="en-GB" altLang="en-US" sz="1800" b="1" i="0" u="none" strike="noStrike" kern="0" cap="none" spc="0" normalizeH="0" baseline="0" noProof="0" dirty="0" smtClean="0">
              <a:ln>
                <a:noFill/>
              </a:ln>
              <a:solidFill>
                <a:srgbClr val="FFFFFF"/>
              </a:solidFill>
              <a:effectLst/>
              <a:uLnTx/>
              <a:uFillTx/>
              <a:latin typeface="Bosch Office Sans" pitchFamily="2" charset="0"/>
            </a:endParaRPr>
          </a:p>
        </p:txBody>
      </p:sp>
      <p:sp>
        <p:nvSpPr>
          <p:cNvPr id="13" name="AutoShape 20"/>
          <p:cNvSpPr>
            <a:spLocks noChangeArrowheads="1"/>
          </p:cNvSpPr>
          <p:nvPr>
            <p:custDataLst>
              <p:tags r:id="rId13"/>
            </p:custDataLst>
          </p:nvPr>
        </p:nvSpPr>
        <p:spPr bwMode="auto">
          <a:xfrm>
            <a:off x="8597176" y="2118863"/>
            <a:ext cx="981075" cy="650875"/>
          </a:xfrm>
          <a:prstGeom prst="flowChartDocument">
            <a:avLst/>
          </a:prstGeom>
          <a:solidFill>
            <a:srgbClr val="738CB4"/>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dirty="0" smtClean="0">
                <a:ln>
                  <a:noFill/>
                </a:ln>
                <a:solidFill>
                  <a:srgbClr val="FFFFFF"/>
                </a:solidFill>
                <a:effectLst/>
                <a:uLnTx/>
                <a:uFillTx/>
                <a:latin typeface="Bosch Office Sans" pitchFamily="2" charset="0"/>
                <a:ea typeface="MS Mincho" charset="-128"/>
              </a:rPr>
              <a:t>Test</a:t>
            </a: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dirty="0" smtClean="0">
                <a:ln>
                  <a:noFill/>
                </a:ln>
                <a:solidFill>
                  <a:srgbClr val="FFFFFF"/>
                </a:solidFill>
                <a:effectLst/>
                <a:uLnTx/>
                <a:uFillTx/>
                <a:latin typeface="Bosch Office Sans" pitchFamily="2" charset="0"/>
                <a:ea typeface="MS Mincho" charset="-128"/>
              </a:rPr>
              <a:t>result</a:t>
            </a:r>
            <a:endParaRPr kumimoji="0" lang="en-GB" altLang="en-US" sz="1800" b="1" i="0" u="none" strike="noStrike" kern="0" cap="none" spc="0" normalizeH="0" baseline="0" noProof="0" dirty="0" smtClean="0">
              <a:ln>
                <a:noFill/>
              </a:ln>
              <a:solidFill>
                <a:srgbClr val="FFFFFF"/>
              </a:solidFill>
              <a:effectLst/>
              <a:uLnTx/>
              <a:uFillTx/>
              <a:latin typeface="Bosch Office Sans" pitchFamily="2" charset="0"/>
            </a:endParaRPr>
          </a:p>
        </p:txBody>
      </p:sp>
      <p:sp>
        <p:nvSpPr>
          <p:cNvPr id="14" name="Text Box 21"/>
          <p:cNvSpPr txBox="1">
            <a:spLocks noChangeArrowheads="1"/>
          </p:cNvSpPr>
          <p:nvPr>
            <p:custDataLst>
              <p:tags r:id="rId14"/>
            </p:custDataLst>
          </p:nvPr>
        </p:nvSpPr>
        <p:spPr bwMode="auto">
          <a:xfrm>
            <a:off x="5114201" y="2249038"/>
            <a:ext cx="962025" cy="280987"/>
          </a:xfrm>
          <a:prstGeom prst="rec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SW unit</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15" name="Text Box 22"/>
          <p:cNvSpPr txBox="1">
            <a:spLocks noChangeArrowheads="1"/>
          </p:cNvSpPr>
          <p:nvPr>
            <p:custDataLst>
              <p:tags r:id="rId15"/>
            </p:custDataLst>
          </p:nvPr>
        </p:nvSpPr>
        <p:spPr bwMode="auto">
          <a:xfrm>
            <a:off x="5134838" y="2637975"/>
            <a:ext cx="973137" cy="298450"/>
          </a:xfrm>
          <a:prstGeom prst="rec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parameter</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16" name="Text Box 23"/>
          <p:cNvSpPr txBox="1">
            <a:spLocks noChangeArrowheads="1"/>
          </p:cNvSpPr>
          <p:nvPr>
            <p:custDataLst>
              <p:tags r:id="rId16"/>
            </p:custDataLst>
          </p:nvPr>
        </p:nvSpPr>
        <p:spPr bwMode="auto">
          <a:xfrm>
            <a:off x="5114201" y="3052313"/>
            <a:ext cx="973137" cy="298450"/>
          </a:xfrm>
          <a:prstGeom prst="rec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rIns="18000"/>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100" b="1" i="0" u="none" strike="noStrike" kern="0" cap="none" spc="0" normalizeH="0" baseline="0" noProof="0" smtClean="0">
                <a:ln>
                  <a:noFill/>
                </a:ln>
                <a:solidFill>
                  <a:srgbClr val="FFFFFF"/>
                </a:solidFill>
                <a:effectLst/>
                <a:uLnTx/>
                <a:uFillTx/>
                <a:latin typeface="Bosch Office Sans" pitchFamily="2" charset="0"/>
                <a:ea typeface="MS Mincho" charset="-128"/>
              </a:rPr>
              <a:t>enumerations</a:t>
            </a:r>
            <a:endParaRPr kumimoji="0" lang="en-GB" altLang="en-US" sz="1100" b="1" i="0" u="none" strike="noStrike" kern="0" cap="none" spc="0" normalizeH="0" baseline="0" noProof="0" smtClean="0">
              <a:ln>
                <a:noFill/>
              </a:ln>
              <a:solidFill>
                <a:srgbClr val="FFFFFF"/>
              </a:solidFill>
              <a:effectLst/>
              <a:uLnTx/>
              <a:uFillTx/>
              <a:latin typeface="Bosch Office Sans" pitchFamily="2" charset="0"/>
            </a:endParaRPr>
          </a:p>
        </p:txBody>
      </p:sp>
      <p:sp>
        <p:nvSpPr>
          <p:cNvPr id="17" name="Line 25"/>
          <p:cNvSpPr>
            <a:spLocks noChangeShapeType="1"/>
          </p:cNvSpPr>
          <p:nvPr>
            <p:custDataLst>
              <p:tags r:id="rId17"/>
            </p:custDataLst>
          </p:nvPr>
        </p:nvSpPr>
        <p:spPr bwMode="auto">
          <a:xfrm>
            <a:off x="6128613" y="1702938"/>
            <a:ext cx="609600" cy="2016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18" name="Line 26"/>
          <p:cNvSpPr>
            <a:spLocks noChangeShapeType="1"/>
          </p:cNvSpPr>
          <p:nvPr>
            <p:custDataLst>
              <p:tags r:id="rId18"/>
            </p:custDataLst>
          </p:nvPr>
        </p:nvSpPr>
        <p:spPr bwMode="auto">
          <a:xfrm flipV="1">
            <a:off x="6155601" y="2237925"/>
            <a:ext cx="649287" cy="54927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19" name="Line 27"/>
          <p:cNvSpPr>
            <a:spLocks noChangeShapeType="1"/>
          </p:cNvSpPr>
          <p:nvPr>
            <p:custDataLst>
              <p:tags r:id="rId19"/>
            </p:custDataLst>
          </p:nvPr>
        </p:nvSpPr>
        <p:spPr bwMode="auto">
          <a:xfrm flipV="1">
            <a:off x="6146076" y="2102988"/>
            <a:ext cx="592137" cy="26035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0" name="Line 28"/>
          <p:cNvSpPr>
            <a:spLocks noChangeShapeType="1"/>
          </p:cNvSpPr>
          <p:nvPr>
            <p:custDataLst>
              <p:tags r:id="rId20"/>
            </p:custDataLst>
          </p:nvPr>
        </p:nvSpPr>
        <p:spPr bwMode="auto">
          <a:xfrm flipV="1">
            <a:off x="6155601" y="2369688"/>
            <a:ext cx="715962" cy="83185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1" name="Line 29"/>
          <p:cNvSpPr>
            <a:spLocks noChangeShapeType="1"/>
          </p:cNvSpPr>
          <p:nvPr>
            <p:custDataLst>
              <p:tags r:id="rId21"/>
            </p:custDataLst>
          </p:nvPr>
        </p:nvSpPr>
        <p:spPr bwMode="auto">
          <a:xfrm flipV="1">
            <a:off x="7851051" y="1102863"/>
            <a:ext cx="701675" cy="65563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2" name="Line 30"/>
          <p:cNvSpPr>
            <a:spLocks noChangeShapeType="1"/>
          </p:cNvSpPr>
          <p:nvPr>
            <p:custDataLst>
              <p:tags r:id="rId22"/>
            </p:custDataLst>
          </p:nvPr>
        </p:nvSpPr>
        <p:spPr bwMode="auto">
          <a:xfrm>
            <a:off x="7954238" y="2102988"/>
            <a:ext cx="615950" cy="3032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3" name="Line 31"/>
          <p:cNvSpPr>
            <a:spLocks noChangeShapeType="1"/>
          </p:cNvSpPr>
          <p:nvPr>
            <p:custDataLst>
              <p:tags r:id="rId23"/>
            </p:custDataLst>
          </p:nvPr>
        </p:nvSpPr>
        <p:spPr bwMode="auto">
          <a:xfrm>
            <a:off x="7917726" y="2266500"/>
            <a:ext cx="581025" cy="86042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4" name="Line 32"/>
          <p:cNvSpPr>
            <a:spLocks noChangeShapeType="1"/>
          </p:cNvSpPr>
          <p:nvPr>
            <p:custDataLst>
              <p:tags r:id="rId24"/>
            </p:custDataLst>
          </p:nvPr>
        </p:nvSpPr>
        <p:spPr bwMode="auto">
          <a:xfrm>
            <a:off x="6060351" y="1037775"/>
            <a:ext cx="744537" cy="66675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5" name="Oval 33"/>
          <p:cNvSpPr>
            <a:spLocks noChangeArrowheads="1"/>
          </p:cNvSpPr>
          <p:nvPr>
            <p:custDataLst>
              <p:tags r:id="rId25"/>
            </p:custDataLst>
          </p:nvPr>
        </p:nvSpPr>
        <p:spPr bwMode="auto">
          <a:xfrm>
            <a:off x="6804888" y="1704525"/>
            <a:ext cx="1082675" cy="665163"/>
          </a:xfrm>
          <a:prstGeom prst="ellipse">
            <a:avLst/>
          </a:prstGeom>
          <a:noFill/>
          <a:ln w="25400" algn="ctr">
            <a:solidFill>
              <a:srgbClr val="425C8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12700" rIns="0" bIns="0" anchor="ct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en-US" sz="1800" b="1" i="0" u="none" strike="noStrike" kern="0" cap="none" spc="0" normalizeH="0" baseline="0" noProof="0" smtClean="0">
                <a:ln>
                  <a:noFill/>
                </a:ln>
                <a:solidFill>
                  <a:srgbClr val="425C8F"/>
                </a:solidFill>
                <a:effectLst/>
                <a:uLnTx/>
                <a:uFillTx/>
                <a:latin typeface="Bosch Office Sans" pitchFamily="2" charset="0"/>
              </a:rPr>
              <a:t>Module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en-US" sz="1800" b="1" i="0" u="none" strike="noStrike" kern="0" cap="none" spc="0" normalizeH="0" baseline="0" noProof="0" smtClean="0">
                <a:ln>
                  <a:noFill/>
                </a:ln>
                <a:solidFill>
                  <a:srgbClr val="425C8F"/>
                </a:solidFill>
                <a:effectLst/>
                <a:uLnTx/>
                <a:uFillTx/>
                <a:latin typeface="Bosch Office Sans" pitchFamily="2" charset="0"/>
              </a:rPr>
              <a:t>test</a:t>
            </a:r>
          </a:p>
        </p:txBody>
      </p:sp>
      <p:sp>
        <p:nvSpPr>
          <p:cNvPr id="26" name="Line 38"/>
          <p:cNvSpPr>
            <a:spLocks noChangeShapeType="1"/>
          </p:cNvSpPr>
          <p:nvPr>
            <p:custDataLst>
              <p:tags r:id="rId26"/>
            </p:custDataLst>
          </p:nvPr>
        </p:nvSpPr>
        <p:spPr bwMode="auto">
          <a:xfrm flipV="1">
            <a:off x="7932013" y="1687063"/>
            <a:ext cx="647700" cy="2159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7" name="AutoShape 37"/>
          <p:cNvSpPr>
            <a:spLocks noChangeArrowheads="1"/>
          </p:cNvSpPr>
          <p:nvPr>
            <p:custDataLst>
              <p:tags r:id="rId27"/>
            </p:custDataLst>
          </p:nvPr>
        </p:nvSpPr>
        <p:spPr bwMode="auto">
          <a:xfrm>
            <a:off x="8597176" y="2839588"/>
            <a:ext cx="981075" cy="650875"/>
          </a:xfrm>
          <a:prstGeom prst="flowChartDocument">
            <a:avLst/>
          </a:prstGeom>
          <a:solidFill>
            <a:schemeClr val="hlink"/>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eaLnBrk="1" hangingPunct="1"/>
            <a:r>
              <a:rPr lang="de-DE" altLang="ja-JP" sz="1200" b="1" dirty="0" smtClean="0">
                <a:solidFill>
                  <a:schemeClr val="bg1"/>
                </a:solidFill>
                <a:ea typeface="MS Mincho" charset="-128"/>
              </a:rPr>
              <a:t>Test</a:t>
            </a:r>
            <a:endParaRPr lang="de-DE" altLang="ja-JP" sz="1200" b="1" dirty="0">
              <a:solidFill>
                <a:schemeClr val="bg1"/>
              </a:solidFill>
              <a:ea typeface="MS Mincho" charset="-128"/>
            </a:endParaRPr>
          </a:p>
          <a:p>
            <a:pPr eaLnBrk="1" hangingPunct="1"/>
            <a:r>
              <a:rPr lang="de-DE" altLang="ja-JP" sz="1200" b="1" dirty="0" smtClean="0">
                <a:solidFill>
                  <a:schemeClr val="bg1"/>
                </a:solidFill>
                <a:ea typeface="MS Mincho" charset="-128"/>
              </a:rPr>
              <a:t>Report</a:t>
            </a:r>
          </a:p>
        </p:txBody>
      </p:sp>
      <p:sp>
        <p:nvSpPr>
          <p:cNvPr id="28" name="Text Box 35"/>
          <p:cNvSpPr txBox="1">
            <a:spLocks noChangeArrowheads="1"/>
          </p:cNvSpPr>
          <p:nvPr>
            <p:custDataLst>
              <p:tags r:id="rId28"/>
            </p:custDataLst>
          </p:nvPr>
        </p:nvSpPr>
        <p:spPr bwMode="auto">
          <a:xfrm>
            <a:off x="217488" y="3113088"/>
            <a:ext cx="8081962" cy="23580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2700" rIns="0" bIns="0">
            <a:spAutoFit/>
          </a:bodyPr>
          <a:lstStyle>
            <a:lvl1pPr>
              <a:lnSpc>
                <a:spcPct val="111000"/>
              </a:lnSpc>
              <a:buClr>
                <a:srgbClr val="425C8F"/>
              </a:buClr>
              <a:buSzPct val="65000"/>
              <a:buFont typeface="Wingdings" panose="05000000000000000000" pitchFamily="2" charset="2"/>
              <a:buChar char="è"/>
              <a:defRPr>
                <a:solidFill>
                  <a:schemeClr val="tx1"/>
                </a:solidFill>
                <a:latin typeface="Arial" panose="020B0604020202020204" pitchFamily="34" charset="0"/>
              </a:defRPr>
            </a:lvl1pPr>
            <a:lvl2pPr marL="447675" indent="-268288">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2pPr>
            <a:lvl3pPr marL="1331913" indent="-3429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3pPr>
            <a:lvl4pPr marL="1854200" indent="-3429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4pPr>
            <a:lvl5pPr marL="2376488" indent="-3429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5pPr>
            <a:lvl6pPr marL="2833688" indent="-3429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6pPr>
            <a:lvl7pPr marL="3290888" indent="-3429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7pPr>
            <a:lvl8pPr marL="3748088" indent="-3429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8pPr>
            <a:lvl9pPr marL="4205288" indent="-3429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9pPr>
          </a:lstStyle>
          <a:p>
            <a:pPr eaLnBrk="1" hangingPunct="1">
              <a:lnSpc>
                <a:spcPct val="100000"/>
              </a:lnSpc>
              <a:buClrTx/>
              <a:buSzTx/>
              <a:buFontTx/>
              <a:buNone/>
            </a:pPr>
            <a:r>
              <a:rPr lang="en-GB" altLang="en-US" sz="1400" dirty="0">
                <a:latin typeface="Bosch Office Sans" pitchFamily="2" charset="0"/>
              </a:rPr>
              <a:t>The module test verifies </a:t>
            </a:r>
          </a:p>
          <a:p>
            <a:pPr eaLnBrk="1" hangingPunct="1">
              <a:lnSpc>
                <a:spcPct val="100000"/>
              </a:lnSpc>
              <a:buClrTx/>
              <a:buSzTx/>
              <a:buFontTx/>
              <a:buNone/>
            </a:pPr>
            <a:endParaRPr lang="en-GB" altLang="en-US" sz="400" dirty="0">
              <a:latin typeface="Bosch Office Sans" pitchFamily="2" charset="0"/>
            </a:endParaRPr>
          </a:p>
          <a:p>
            <a:pPr lvl="1" eaLnBrk="1" hangingPunct="1">
              <a:lnSpc>
                <a:spcPct val="120000"/>
              </a:lnSpc>
              <a:buClr>
                <a:schemeClr val="hlink"/>
              </a:buClr>
              <a:buSzTx/>
              <a:buFont typeface="Wingdings" panose="05000000000000000000" pitchFamily="2" charset="2"/>
              <a:buChar char="è"/>
            </a:pPr>
            <a:r>
              <a:rPr lang="en-GB" altLang="en-US" sz="1400" dirty="0">
                <a:latin typeface="Bosch Office Sans" pitchFamily="2" charset="0"/>
              </a:rPr>
              <a:t>that the implementation satisfies the </a:t>
            </a:r>
            <a:r>
              <a:rPr lang="en-GB" altLang="en-US" sz="1400" b="1" dirty="0">
                <a:solidFill>
                  <a:schemeClr val="hlink"/>
                </a:solidFill>
                <a:latin typeface="Bosch Office Sans" pitchFamily="2" charset="0"/>
              </a:rPr>
              <a:t>software requirements</a:t>
            </a:r>
            <a:r>
              <a:rPr lang="en-GB" altLang="en-US" sz="1400" dirty="0">
                <a:latin typeface="Bosch Office Sans" pitchFamily="2" charset="0"/>
              </a:rPr>
              <a:t>  and SW module design.</a:t>
            </a:r>
          </a:p>
          <a:p>
            <a:pPr lvl="1" eaLnBrk="1" hangingPunct="1">
              <a:lnSpc>
                <a:spcPct val="120000"/>
              </a:lnSpc>
              <a:buClr>
                <a:schemeClr val="hlink"/>
              </a:buClr>
              <a:buSzTx/>
              <a:buFont typeface="Wingdings" panose="05000000000000000000" pitchFamily="2" charset="2"/>
              <a:buChar char="è"/>
            </a:pPr>
            <a:r>
              <a:rPr lang="en-GB" altLang="en-US" sz="1400" dirty="0">
                <a:latin typeface="Bosch Office Sans" pitchFamily="2" charset="0"/>
              </a:rPr>
              <a:t>that the implementation handles correctly the </a:t>
            </a:r>
            <a:r>
              <a:rPr lang="en-GB" altLang="en-US" sz="1400" b="1" dirty="0">
                <a:solidFill>
                  <a:schemeClr val="hlink"/>
                </a:solidFill>
                <a:latin typeface="Bosch Office Sans" pitchFamily="2" charset="0"/>
              </a:rPr>
              <a:t>full value range at all interfaces</a:t>
            </a:r>
            <a:r>
              <a:rPr lang="en-GB" altLang="en-US" sz="1400" dirty="0">
                <a:latin typeface="Bosch Office Sans" pitchFamily="2" charset="0"/>
              </a:rPr>
              <a:t> of the </a:t>
            </a:r>
          </a:p>
          <a:p>
            <a:pPr lvl="1" eaLnBrk="1" hangingPunct="1">
              <a:lnSpc>
                <a:spcPct val="120000"/>
              </a:lnSpc>
              <a:buClr>
                <a:schemeClr val="hlink"/>
              </a:buClr>
              <a:buSzTx/>
              <a:buFont typeface="Wingdings" panose="05000000000000000000" pitchFamily="2" charset="2"/>
              <a:buNone/>
            </a:pPr>
            <a:r>
              <a:rPr lang="en-GB" altLang="en-US" sz="1400" dirty="0">
                <a:latin typeface="Bosch Office Sans" pitchFamily="2" charset="0"/>
              </a:rPr>
              <a:t>	SW-module test item.</a:t>
            </a:r>
          </a:p>
          <a:p>
            <a:pPr lvl="1" eaLnBrk="1" hangingPunct="1">
              <a:lnSpc>
                <a:spcPct val="120000"/>
              </a:lnSpc>
              <a:buClr>
                <a:schemeClr val="hlink"/>
              </a:buClr>
              <a:buSzTx/>
              <a:buFont typeface="Wingdings" panose="05000000000000000000" pitchFamily="2" charset="2"/>
              <a:buChar char="è"/>
            </a:pPr>
            <a:r>
              <a:rPr lang="en-GB" altLang="en-US" sz="1400" dirty="0">
                <a:latin typeface="Bosch Office Sans" pitchFamily="2" charset="0"/>
              </a:rPr>
              <a:t>that the SW-module test item shows </a:t>
            </a:r>
            <a:r>
              <a:rPr lang="en-GB" altLang="en-US" sz="1400" b="1" dirty="0">
                <a:solidFill>
                  <a:schemeClr val="hlink"/>
                </a:solidFill>
                <a:latin typeface="Bosch Office Sans" pitchFamily="2" charset="0"/>
              </a:rPr>
              <a:t>no unintended behaviour</a:t>
            </a:r>
            <a:r>
              <a:rPr lang="en-GB" altLang="en-US" sz="1400" dirty="0">
                <a:latin typeface="Bosch Office Sans" pitchFamily="2" charset="0"/>
              </a:rPr>
              <a:t>. This is proved by achievement of code coverage goals: </a:t>
            </a:r>
          </a:p>
          <a:p>
            <a:pPr lvl="1" eaLnBrk="1" hangingPunct="1">
              <a:lnSpc>
                <a:spcPct val="120000"/>
              </a:lnSpc>
              <a:buClr>
                <a:schemeClr val="hlink"/>
              </a:buClr>
              <a:buSzTx/>
              <a:buFont typeface="Wingdings" panose="05000000000000000000" pitchFamily="2" charset="2"/>
              <a:buNone/>
            </a:pPr>
            <a:r>
              <a:rPr lang="en-GB" altLang="en-US" sz="1400" dirty="0">
                <a:latin typeface="Bosch Office Sans" pitchFamily="2" charset="0"/>
              </a:rPr>
              <a:t>       - 100% statement coverage (C0)</a:t>
            </a:r>
          </a:p>
          <a:p>
            <a:pPr lvl="1" eaLnBrk="1" hangingPunct="1">
              <a:lnSpc>
                <a:spcPct val="120000"/>
              </a:lnSpc>
              <a:buClr>
                <a:schemeClr val="hlink"/>
              </a:buClr>
              <a:buSzTx/>
              <a:buFont typeface="Wingdings" panose="05000000000000000000" pitchFamily="2" charset="2"/>
              <a:buNone/>
            </a:pPr>
            <a:r>
              <a:rPr lang="en-GB" altLang="en-US" sz="1400" dirty="0">
                <a:latin typeface="Bosch Office Sans" pitchFamily="2" charset="0"/>
              </a:rPr>
              <a:t>       - 100% decision coverage (C1)</a:t>
            </a:r>
          </a:p>
          <a:p>
            <a:pPr lvl="1" eaLnBrk="1" hangingPunct="1">
              <a:lnSpc>
                <a:spcPct val="120000"/>
              </a:lnSpc>
              <a:buClr>
                <a:schemeClr val="hlink"/>
              </a:buClr>
              <a:buSzTx/>
              <a:buFont typeface="Wingdings" panose="05000000000000000000" pitchFamily="2" charset="2"/>
              <a:buNone/>
            </a:pPr>
            <a:r>
              <a:rPr lang="en-GB" altLang="en-US" sz="1400" dirty="0">
                <a:latin typeface="Bosch Office Sans" pitchFamily="2" charset="0"/>
              </a:rPr>
              <a:t>       - use Test Design Techniques (Equivalence partitioning, CTM, Boundary value </a:t>
            </a:r>
            <a:r>
              <a:rPr lang="en-GB" altLang="en-US" sz="1400" dirty="0" smtClean="0">
                <a:latin typeface="Bosch Office Sans" pitchFamily="2" charset="0"/>
              </a:rPr>
              <a:t>analysis)</a:t>
            </a:r>
            <a:endParaRPr lang="en-GB" altLang="en-US" sz="1400" dirty="0">
              <a:latin typeface="Bosch Office Sans" pitchFamily="2" charset="0"/>
            </a:endParaRPr>
          </a:p>
        </p:txBody>
      </p:sp>
    </p:spTree>
    <p:custDataLst>
      <p:tags r:id="rId1"/>
    </p:custDataLst>
    <p:extLst>
      <p:ext uri="{BB962C8B-B14F-4D97-AF65-F5344CB8AC3E}">
        <p14:creationId xmlns:p14="http://schemas.microsoft.com/office/powerpoint/2010/main" val="20291933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13</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smtClean="0">
                <a:solidFill>
                  <a:srgbClr val="A80163"/>
                </a:solidFill>
              </a:rPr>
              <a:t>Module Test</a:t>
            </a:r>
            <a:endParaRPr lang="en-US" sz="2800" dirty="0">
              <a:solidFill>
                <a:srgbClr val="A80163"/>
              </a:solidFill>
            </a:endParaRPr>
          </a:p>
        </p:txBody>
      </p:sp>
      <p:sp>
        <p:nvSpPr>
          <p:cNvPr id="9" name="Rectangle 8"/>
          <p:cNvSpPr/>
          <p:nvPr>
            <p:custDataLst>
              <p:tags r:id="rId9"/>
            </p:custDataLst>
          </p:nvPr>
        </p:nvSpPr>
        <p:spPr>
          <a:xfrm>
            <a:off x="259080" y="1424940"/>
            <a:ext cx="7959725" cy="3231654"/>
          </a:xfrm>
          <a:prstGeom prst="rect">
            <a:avLst/>
          </a:prstGeom>
        </p:spPr>
        <p:txBody>
          <a:bodyPr wrap="square">
            <a:spAutoFit/>
          </a:bodyPr>
          <a:lstStyle/>
          <a:p>
            <a:pPr lvl="1">
              <a:buSzPct val="80000"/>
              <a:buFont typeface="Wingdings" panose="05000000000000000000" pitchFamily="2" charset="2"/>
              <a:buChar char="è"/>
            </a:pPr>
            <a:r>
              <a:rPr lang="en-US" altLang="en-US" sz="1600" dirty="0">
                <a:latin typeface="Bosch Office Sans" pitchFamily="2" charset="0"/>
                <a:hlinkClick r:id="rId11" tooltip="Product Engineering &gt; Review"/>
              </a:rPr>
              <a:t>Review</a:t>
            </a:r>
            <a:r>
              <a:rPr lang="en-US" altLang="en-US" sz="1600" dirty="0">
                <a:latin typeface="Bosch Office Sans" pitchFamily="2" charset="0"/>
              </a:rPr>
              <a:t>:  Reviews of test specifications should be done via “</a:t>
            </a:r>
            <a:r>
              <a:rPr lang="en-US" altLang="en-US" sz="1600" b="1" dirty="0">
                <a:solidFill>
                  <a:schemeClr val="hlink"/>
                </a:solidFill>
                <a:latin typeface="Bosch Office Sans" pitchFamily="2" charset="0"/>
              </a:rPr>
              <a:t>walk through</a:t>
            </a:r>
            <a:r>
              <a:rPr lang="en-US" altLang="en-US" sz="1600" dirty="0">
                <a:latin typeface="Bosch Office Sans" pitchFamily="2" charset="0"/>
              </a:rPr>
              <a:t>”; Reviews of the Module test specification are optional.</a:t>
            </a:r>
          </a:p>
          <a:p>
            <a:pPr lvl="1">
              <a:buSzPct val="80000"/>
              <a:buFont typeface="Wingdings" panose="05000000000000000000" pitchFamily="2" charset="2"/>
              <a:buChar char="è"/>
            </a:pPr>
            <a:endParaRPr lang="en-US" altLang="en-US" sz="1600" dirty="0">
              <a:latin typeface="Bosch Office Sans" pitchFamily="2" charset="0"/>
            </a:endParaRPr>
          </a:p>
          <a:p>
            <a:pPr lvl="1">
              <a:buSzPct val="80000"/>
              <a:buFont typeface="Wingdings" panose="05000000000000000000" pitchFamily="2" charset="2"/>
              <a:buChar char="è"/>
            </a:pPr>
            <a:r>
              <a:rPr lang="en-US" altLang="en-US" sz="1600" dirty="0">
                <a:latin typeface="Bosch Office Sans" pitchFamily="2" charset="0"/>
                <a:hlinkClick r:id="rId12"/>
              </a:rPr>
              <a:t>Analyze test records and results, create test report</a:t>
            </a:r>
            <a:r>
              <a:rPr lang="en-US" altLang="en-US" sz="1600" dirty="0">
                <a:latin typeface="Bosch Office Sans" pitchFamily="2" charset="0"/>
              </a:rPr>
              <a:t>: </a:t>
            </a:r>
          </a:p>
          <a:p>
            <a:pPr lvl="2"/>
            <a:r>
              <a:rPr lang="en-US" altLang="en-US" sz="1600" dirty="0">
                <a:latin typeface="Bosch Office Sans" pitchFamily="2" charset="0"/>
              </a:rPr>
              <a:t>For </a:t>
            </a:r>
            <a:r>
              <a:rPr lang="en-US" altLang="en-US" sz="1600" b="1" dirty="0">
                <a:solidFill>
                  <a:schemeClr val="hlink"/>
                </a:solidFill>
                <a:latin typeface="Bosch Office Sans" pitchFamily="2" charset="0"/>
              </a:rPr>
              <a:t>failed test cases</a:t>
            </a:r>
            <a:r>
              <a:rPr lang="en-US" altLang="en-US" sz="1600" dirty="0">
                <a:latin typeface="Bosch Office Sans" pitchFamily="2" charset="0"/>
              </a:rPr>
              <a:t> due to SW bugs: </a:t>
            </a:r>
            <a:r>
              <a:rPr lang="en-US" altLang="en-US" sz="1600" b="1" dirty="0">
                <a:solidFill>
                  <a:schemeClr val="hlink"/>
                </a:solidFill>
                <a:latin typeface="Bosch Office Sans" pitchFamily="2" charset="0"/>
              </a:rPr>
              <a:t>lock the class</a:t>
            </a:r>
            <a:r>
              <a:rPr lang="en-US" altLang="en-US" sz="1600" dirty="0">
                <a:latin typeface="Bosch Office Sans" pitchFamily="2" charset="0"/>
              </a:rPr>
              <a:t> in SW configuration management system and corrective actions have to be performed.</a:t>
            </a:r>
          </a:p>
          <a:p>
            <a:pPr lvl="2"/>
            <a:endParaRPr lang="en-US" altLang="en-US" sz="400" dirty="0">
              <a:latin typeface="Bosch Office Sans" pitchFamily="2" charset="0"/>
            </a:endParaRPr>
          </a:p>
          <a:p>
            <a:pPr lvl="2"/>
            <a:r>
              <a:rPr lang="en-US" altLang="en-US" sz="1600" dirty="0">
                <a:latin typeface="Bosch Office Sans" pitchFamily="2" charset="0"/>
              </a:rPr>
              <a:t>Check if </a:t>
            </a:r>
            <a:r>
              <a:rPr lang="en-US" altLang="en-US" sz="1600" b="1" dirty="0">
                <a:solidFill>
                  <a:schemeClr val="hlink"/>
                </a:solidFill>
                <a:latin typeface="Bosch Office Sans" pitchFamily="2" charset="0"/>
              </a:rPr>
              <a:t>Code Coverage Goal</a:t>
            </a:r>
            <a:r>
              <a:rPr lang="en-US" altLang="en-US" sz="1600" dirty="0">
                <a:latin typeface="Bosch Office Sans" pitchFamily="2" charset="0"/>
              </a:rPr>
              <a:t> (C0=100%, C1=100%) is reached; If the Code Coverage Goal is not reached, the not covered code needs to be </a:t>
            </a:r>
            <a:r>
              <a:rPr lang="en-US" altLang="en-US" sz="1600" dirty="0" err="1">
                <a:latin typeface="Bosch Office Sans" pitchFamily="2" charset="0"/>
              </a:rPr>
              <a:t>analysed</a:t>
            </a:r>
            <a:r>
              <a:rPr lang="en-US" altLang="en-US" sz="1600" dirty="0">
                <a:latin typeface="Bosch Office Sans" pitchFamily="2" charset="0"/>
              </a:rPr>
              <a:t>. </a:t>
            </a:r>
          </a:p>
          <a:p>
            <a:pPr lvl="2"/>
            <a:endParaRPr lang="en-US" altLang="en-US" sz="400" dirty="0">
              <a:latin typeface="Bosch Office Sans" pitchFamily="2" charset="0"/>
            </a:endParaRPr>
          </a:p>
          <a:p>
            <a:pPr lvl="2"/>
            <a:r>
              <a:rPr lang="en-US" altLang="en-US" sz="1600" dirty="0">
                <a:latin typeface="Bosch Office Sans" pitchFamily="2" charset="0"/>
              </a:rPr>
              <a:t>If the gap is due to </a:t>
            </a:r>
            <a:r>
              <a:rPr lang="en-US" altLang="en-US" sz="1600" b="1" dirty="0">
                <a:solidFill>
                  <a:schemeClr val="hlink"/>
                </a:solidFill>
                <a:latin typeface="Bosch Office Sans" pitchFamily="2" charset="0"/>
              </a:rPr>
              <a:t>missing test cases</a:t>
            </a:r>
            <a:r>
              <a:rPr lang="en-US" altLang="en-US" sz="1600" dirty="0">
                <a:latin typeface="Bosch Office Sans" pitchFamily="2" charset="0"/>
              </a:rPr>
              <a:t>, these need to be added to the test case specification.</a:t>
            </a:r>
          </a:p>
          <a:p>
            <a:pPr lvl="2"/>
            <a:endParaRPr lang="en-US" altLang="en-US" sz="400" dirty="0">
              <a:latin typeface="Bosch Office Sans" pitchFamily="2" charset="0"/>
            </a:endParaRPr>
          </a:p>
          <a:p>
            <a:pPr lvl="2"/>
            <a:r>
              <a:rPr lang="en-US" altLang="en-US" sz="1600" dirty="0">
                <a:latin typeface="Bosch Office Sans" pitchFamily="2" charset="0"/>
              </a:rPr>
              <a:t>Create module </a:t>
            </a:r>
            <a:r>
              <a:rPr lang="en-US" altLang="en-US" sz="1600" b="1" dirty="0">
                <a:solidFill>
                  <a:schemeClr val="hlink"/>
                </a:solidFill>
                <a:latin typeface="Bosch Office Sans" pitchFamily="2" charset="0"/>
              </a:rPr>
              <a:t>test report</a:t>
            </a:r>
            <a:r>
              <a:rPr lang="en-US" altLang="en-US" sz="1600" dirty="0">
                <a:latin typeface="Bosch Office Sans" pitchFamily="2" charset="0"/>
              </a:rPr>
              <a:t> e.g. using </a:t>
            </a:r>
            <a:r>
              <a:rPr lang="en-US" altLang="en-US" sz="1600" dirty="0" smtClean="0">
                <a:latin typeface="Bosch Office Sans" pitchFamily="2" charset="0"/>
              </a:rPr>
              <a:t>RTRT, TPT </a:t>
            </a:r>
            <a:r>
              <a:rPr lang="en-US" altLang="en-US" sz="1600" dirty="0">
                <a:latin typeface="Bosch Office Sans" pitchFamily="2" charset="0"/>
              </a:rPr>
              <a:t>reporter.</a:t>
            </a:r>
            <a:endParaRPr lang="en-US" altLang="en-US" sz="1400" dirty="0">
              <a:latin typeface="Bosch Office Sans" pitchFamily="2" charset="0"/>
            </a:endParaRPr>
          </a:p>
        </p:txBody>
      </p:sp>
    </p:spTree>
    <p:custDataLst>
      <p:tags r:id="rId1"/>
    </p:custDataLst>
    <p:extLst>
      <p:ext uri="{BB962C8B-B14F-4D97-AF65-F5344CB8AC3E}">
        <p14:creationId xmlns:p14="http://schemas.microsoft.com/office/powerpoint/2010/main" val="1360237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14</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9" name="WordArt 23"/>
          <p:cNvSpPr>
            <a:spLocks noChangeArrowheads="1" noChangeShapeType="1" noTextEdit="1"/>
          </p:cNvSpPr>
          <p:nvPr>
            <p:custDataLst>
              <p:tags r:id="rId8"/>
            </p:custDataLst>
          </p:nvPr>
        </p:nvSpPr>
        <p:spPr bwMode="auto">
          <a:xfrm>
            <a:off x="2645315" y="2285060"/>
            <a:ext cx="4681537" cy="503237"/>
          </a:xfrm>
          <a:prstGeom prst="rect">
            <a:avLst/>
          </a:prstGeom>
        </p:spPr>
        <p:txBody>
          <a:bodyPr wrap="none" fromWordArt="1">
            <a:prstTxWarp prst="textPlain">
              <a:avLst>
                <a:gd name="adj" fmla="val 50000"/>
              </a:avLst>
            </a:prstTxWarp>
          </a:bodyPr>
          <a:lstStyle/>
          <a:p>
            <a:pPr algn="ctr" eaLnBrk="0" hangingPunct="0"/>
            <a:r>
              <a:rPr lang="en-GB" sz="3600" b="1" kern="10" dirty="0" smtClean="0">
                <a:ln w="12700">
                  <a:solidFill>
                    <a:srgbClr val="EAEAEA"/>
                  </a:solidFill>
                  <a:round/>
                  <a:headEnd/>
                  <a:tailEnd/>
                </a:ln>
                <a:gradFill rotWithShape="1">
                  <a:gsLst>
                    <a:gs pos="0">
                      <a:srgbClr val="425C8F"/>
                    </a:gs>
                    <a:gs pos="100000">
                      <a:srgbClr val="1F2B42"/>
                    </a:gs>
                  </a:gsLst>
                  <a:lin ang="5400000" scaled="1"/>
                </a:gradFill>
                <a:latin typeface="Impact" panose="020B0806030902050204" pitchFamily="34" charset="0"/>
              </a:rPr>
              <a:t>Integration Test</a:t>
            </a:r>
          </a:p>
        </p:txBody>
      </p:sp>
      <p:grpSp>
        <p:nvGrpSpPr>
          <p:cNvPr id="10" name="Group 11"/>
          <p:cNvGrpSpPr>
            <a:grpSpLocks/>
          </p:cNvGrpSpPr>
          <p:nvPr/>
        </p:nvGrpSpPr>
        <p:grpSpPr bwMode="auto">
          <a:xfrm>
            <a:off x="1633061" y="4146598"/>
            <a:ext cx="7704137" cy="963612"/>
            <a:chOff x="239" y="2789"/>
            <a:chExt cx="4853" cy="607"/>
          </a:xfrm>
        </p:grpSpPr>
        <p:pic>
          <p:nvPicPr>
            <p:cNvPr id="11" name="Picture 32" descr="MP900386795"/>
            <p:cNvPicPr>
              <a:picLocks noChangeAspect="1" noChangeArrowheads="1"/>
            </p:cNvPicPr>
            <p:nvPr>
              <p:custDataLst>
                <p:tags r:id="rId9"/>
              </p:custDataLst>
            </p:nvPr>
          </p:nvPicPr>
          <p:blipFill>
            <a:blip r:embed="rId14" cstate="print">
              <a:lum bright="20000"/>
              <a:extLst>
                <a:ext uri="{28A0092B-C50C-407E-A947-70E740481C1C}">
                  <a14:useLocalDpi xmlns:a14="http://schemas.microsoft.com/office/drawing/2010/main" val="0"/>
                </a:ext>
              </a:extLst>
            </a:blip>
            <a:srcRect/>
            <a:stretch>
              <a:fillRect/>
            </a:stretch>
          </p:blipFill>
          <p:spPr bwMode="auto">
            <a:xfrm>
              <a:off x="239" y="2789"/>
              <a:ext cx="1179"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1" descr="MP900386812"/>
            <p:cNvPicPr>
              <a:picLocks noChangeAspect="1" noChangeArrowheads="1"/>
            </p:cNvPicPr>
            <p:nvPr>
              <p:custDataLst>
                <p:tags r:id="rId10"/>
              </p:custDataLst>
            </p:nvPr>
          </p:nvPicPr>
          <p:blipFill>
            <a:blip r:embed="rId15" cstate="print">
              <a:lum bright="20000"/>
              <a:extLst>
                <a:ext uri="{28A0092B-C50C-407E-A947-70E740481C1C}">
                  <a14:useLocalDpi xmlns:a14="http://schemas.microsoft.com/office/drawing/2010/main" val="0"/>
                </a:ext>
              </a:extLst>
            </a:blip>
            <a:srcRect/>
            <a:stretch>
              <a:fillRect/>
            </a:stretch>
          </p:blipFill>
          <p:spPr bwMode="auto">
            <a:xfrm>
              <a:off x="1457" y="2789"/>
              <a:ext cx="1179"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3"/>
            <p:cNvPicPr>
              <a:picLocks noChangeAspect="1" noChangeArrowheads="1"/>
            </p:cNvPicPr>
            <p:nvPr>
              <p:custDataLst>
                <p:tags r:id="rId11"/>
              </p:custDataLst>
            </p:nvPr>
          </p:nvPicPr>
          <p:blipFill>
            <a:blip r:embed="rId16">
              <a:extLst>
                <a:ext uri="{28A0092B-C50C-407E-A947-70E740481C1C}">
                  <a14:useLocalDpi xmlns:a14="http://schemas.microsoft.com/office/drawing/2010/main" val="0"/>
                </a:ext>
              </a:extLst>
            </a:blip>
            <a:srcRect l="952" t="1851" r="952" b="1851"/>
            <a:stretch>
              <a:fillRect/>
            </a:stretch>
          </p:blipFill>
          <p:spPr bwMode="auto">
            <a:xfrm>
              <a:off x="2673" y="2789"/>
              <a:ext cx="1202" cy="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A7A7A7"/>
                  </a:solidFill>
                  <a:miter lim="800000"/>
                  <a:headEnd/>
                  <a:tailEnd/>
                </a14:hiddenLine>
              </a:ext>
            </a:extLst>
          </p:spPr>
        </p:pic>
        <p:pic>
          <p:nvPicPr>
            <p:cNvPr id="14" name="Picture 34" descr="MP900386794"/>
            <p:cNvPicPr>
              <a:picLocks noChangeAspect="1" noChangeArrowheads="1"/>
            </p:cNvPicPr>
            <p:nvPr>
              <p:custDataLst>
                <p:tags r:id="rId12"/>
              </p:custDataLst>
            </p:nvPr>
          </p:nvPicPr>
          <p:blipFill>
            <a:blip r:embed="rId17" cstate="print">
              <a:lum bright="20000"/>
              <a:extLst>
                <a:ext uri="{28A0092B-C50C-407E-A947-70E740481C1C}">
                  <a14:useLocalDpi xmlns:a14="http://schemas.microsoft.com/office/drawing/2010/main" val="0"/>
                </a:ext>
              </a:extLst>
            </a:blip>
            <a:srcRect/>
            <a:stretch>
              <a:fillRect/>
            </a:stretch>
          </p:blipFill>
          <p:spPr bwMode="auto">
            <a:xfrm>
              <a:off x="3913" y="2789"/>
              <a:ext cx="1179" cy="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ustDataLst>
      <p:tags r:id="rId1"/>
    </p:custDataLst>
    <p:extLst>
      <p:ext uri="{BB962C8B-B14F-4D97-AF65-F5344CB8AC3E}">
        <p14:creationId xmlns:p14="http://schemas.microsoft.com/office/powerpoint/2010/main" val="4193044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15</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smtClean="0">
                <a:solidFill>
                  <a:srgbClr val="A80163"/>
                </a:solidFill>
              </a:rPr>
              <a:t>SW Integration Test</a:t>
            </a:r>
            <a:endParaRPr lang="en-US" sz="2800" dirty="0">
              <a:solidFill>
                <a:srgbClr val="A80163"/>
              </a:solidFill>
            </a:endParaRPr>
          </a:p>
        </p:txBody>
      </p:sp>
      <p:grpSp>
        <p:nvGrpSpPr>
          <p:cNvPr id="32" name="Group 31"/>
          <p:cNvGrpSpPr/>
          <p:nvPr/>
        </p:nvGrpSpPr>
        <p:grpSpPr>
          <a:xfrm>
            <a:off x="4514511" y="832961"/>
            <a:ext cx="5472113" cy="3205163"/>
            <a:chOff x="2898775" y="673100"/>
            <a:chExt cx="5472113" cy="3205163"/>
          </a:xfrm>
        </p:grpSpPr>
        <p:sp>
          <p:nvSpPr>
            <p:cNvPr id="9" name="AutoShape 11"/>
            <p:cNvSpPr>
              <a:spLocks noChangeArrowheads="1"/>
            </p:cNvSpPr>
            <p:nvPr>
              <p:custDataLst>
                <p:tags r:id="rId10"/>
              </p:custDataLst>
            </p:nvPr>
          </p:nvSpPr>
          <p:spPr bwMode="auto">
            <a:xfrm>
              <a:off x="3970338" y="673100"/>
              <a:ext cx="901700" cy="696913"/>
            </a:xfrm>
            <a:prstGeom prst="flowChartDocumen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BL</a:t>
              </a: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planning</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10" name="AutoShape 12"/>
            <p:cNvSpPr>
              <a:spLocks noChangeArrowheads="1"/>
            </p:cNvSpPr>
            <p:nvPr>
              <p:custDataLst>
                <p:tags r:id="rId11"/>
              </p:custDataLst>
            </p:nvPr>
          </p:nvSpPr>
          <p:spPr bwMode="auto">
            <a:xfrm>
              <a:off x="3984625" y="1430338"/>
              <a:ext cx="911225" cy="652462"/>
            </a:xfrm>
            <a:prstGeom prst="flowChartDocumen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SW RS </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11" name="AutoShape 13"/>
            <p:cNvSpPr>
              <a:spLocks noChangeArrowheads="1"/>
            </p:cNvSpPr>
            <p:nvPr>
              <p:custDataLst>
                <p:tags r:id="rId12"/>
              </p:custDataLst>
            </p:nvPr>
          </p:nvSpPr>
          <p:spPr bwMode="auto">
            <a:xfrm>
              <a:off x="7380288" y="825500"/>
              <a:ext cx="990600" cy="652463"/>
            </a:xfrm>
            <a:prstGeom prst="flowChartDocument">
              <a:avLst/>
            </a:prstGeom>
            <a:solidFill>
              <a:srgbClr val="738CB4"/>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rIns="54000"/>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100" b="1" i="0" u="none" strike="noStrike" kern="0" cap="none" spc="0" normalizeH="0" baseline="0" noProof="0" dirty="0" smtClean="0">
                  <a:ln>
                    <a:noFill/>
                  </a:ln>
                  <a:solidFill>
                    <a:srgbClr val="FFFFFF"/>
                  </a:solidFill>
                  <a:effectLst/>
                  <a:uLnTx/>
                  <a:uFillTx/>
                  <a:latin typeface="Bosch Office Sans" pitchFamily="2" charset="0"/>
                  <a:ea typeface="MS Mincho" charset="-128"/>
                </a:rPr>
                <a:t>Test  cases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n-US" sz="1100" b="1" i="0" u="none" strike="noStrike" kern="0" cap="none" spc="0" normalizeH="0" baseline="0" noProof="0" dirty="0" smtClean="0">
                <a:ln>
                  <a:noFill/>
                </a:ln>
                <a:solidFill>
                  <a:srgbClr val="000000"/>
                </a:solidFill>
                <a:effectLst/>
                <a:uLnTx/>
                <a:uFillTx/>
                <a:latin typeface="Bosch Office Sans" pitchFamily="2" charset="0"/>
              </a:endParaRPr>
            </a:p>
          </p:txBody>
        </p:sp>
        <p:sp>
          <p:nvSpPr>
            <p:cNvPr id="12" name="AutoShape 14"/>
            <p:cNvSpPr>
              <a:spLocks noChangeArrowheads="1"/>
            </p:cNvSpPr>
            <p:nvPr>
              <p:custDataLst>
                <p:tags r:id="rId13"/>
              </p:custDataLst>
            </p:nvPr>
          </p:nvSpPr>
          <p:spPr bwMode="auto">
            <a:xfrm>
              <a:off x="7399338" y="1733550"/>
              <a:ext cx="971550" cy="652463"/>
            </a:xfrm>
            <a:prstGeom prst="flowChartDocument">
              <a:avLst/>
            </a:prstGeom>
            <a:solidFill>
              <a:srgbClr val="738CB4"/>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Test incident report</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13" name="AutoShape 15"/>
            <p:cNvSpPr>
              <a:spLocks noChangeArrowheads="1"/>
            </p:cNvSpPr>
            <p:nvPr>
              <p:custDataLst>
                <p:tags r:id="rId14"/>
              </p:custDataLst>
            </p:nvPr>
          </p:nvSpPr>
          <p:spPr bwMode="auto">
            <a:xfrm>
              <a:off x="7389813" y="2695575"/>
              <a:ext cx="981075" cy="650875"/>
            </a:xfrm>
            <a:prstGeom prst="flowChartDocument">
              <a:avLst/>
            </a:prstGeom>
            <a:solidFill>
              <a:srgbClr val="738CB4"/>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Test</a:t>
              </a: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report</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14" name="Text Box 16"/>
            <p:cNvSpPr txBox="1">
              <a:spLocks noChangeArrowheads="1"/>
            </p:cNvSpPr>
            <p:nvPr>
              <p:custDataLst>
                <p:tags r:id="rId15"/>
              </p:custDataLst>
            </p:nvPr>
          </p:nvSpPr>
          <p:spPr bwMode="auto">
            <a:xfrm>
              <a:off x="3968750" y="3597275"/>
              <a:ext cx="962025" cy="280988"/>
            </a:xfrm>
            <a:prstGeom prst="rec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xSW </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15" name="Line 19"/>
            <p:cNvSpPr>
              <a:spLocks noChangeShapeType="1"/>
            </p:cNvSpPr>
            <p:nvPr>
              <p:custDataLst>
                <p:tags r:id="rId16"/>
              </p:custDataLst>
            </p:nvPr>
          </p:nvSpPr>
          <p:spPr bwMode="auto">
            <a:xfrm>
              <a:off x="4914900" y="1790700"/>
              <a:ext cx="431800" cy="7143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16" name="Line 20"/>
            <p:cNvSpPr>
              <a:spLocks noChangeShapeType="1"/>
            </p:cNvSpPr>
            <p:nvPr>
              <p:custDataLst>
                <p:tags r:id="rId17"/>
              </p:custDataLst>
            </p:nvPr>
          </p:nvSpPr>
          <p:spPr bwMode="auto">
            <a:xfrm flipV="1">
              <a:off x="4949825" y="2365375"/>
              <a:ext cx="469900" cy="73977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17" name="Line 21"/>
            <p:cNvSpPr>
              <a:spLocks noChangeShapeType="1"/>
            </p:cNvSpPr>
            <p:nvPr>
              <p:custDataLst>
                <p:tags r:id="rId18"/>
              </p:custDataLst>
            </p:nvPr>
          </p:nvSpPr>
          <p:spPr bwMode="auto">
            <a:xfrm flipV="1">
              <a:off x="4914900" y="2149475"/>
              <a:ext cx="431800" cy="1444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18" name="Line 22"/>
            <p:cNvSpPr>
              <a:spLocks noChangeShapeType="1"/>
            </p:cNvSpPr>
            <p:nvPr>
              <p:custDataLst>
                <p:tags r:id="rId19"/>
              </p:custDataLst>
            </p:nvPr>
          </p:nvSpPr>
          <p:spPr bwMode="auto">
            <a:xfrm flipV="1">
              <a:off x="4987925" y="2438400"/>
              <a:ext cx="574675" cy="1223963"/>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19" name="Line 23"/>
            <p:cNvSpPr>
              <a:spLocks noChangeShapeType="1"/>
            </p:cNvSpPr>
            <p:nvPr>
              <p:custDataLst>
                <p:tags r:id="rId20"/>
              </p:custDataLst>
            </p:nvPr>
          </p:nvSpPr>
          <p:spPr bwMode="auto">
            <a:xfrm flipV="1">
              <a:off x="6859588" y="1125538"/>
              <a:ext cx="485775" cy="5207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0" name="Line 24"/>
            <p:cNvSpPr>
              <a:spLocks noChangeShapeType="1"/>
            </p:cNvSpPr>
            <p:nvPr>
              <p:custDataLst>
                <p:tags r:id="rId21"/>
              </p:custDataLst>
            </p:nvPr>
          </p:nvSpPr>
          <p:spPr bwMode="auto">
            <a:xfrm>
              <a:off x="7004050" y="2006600"/>
              <a:ext cx="341313" cy="158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1" name="Line 25"/>
            <p:cNvSpPr>
              <a:spLocks noChangeShapeType="1"/>
            </p:cNvSpPr>
            <p:nvPr>
              <p:custDataLst>
                <p:tags r:id="rId22"/>
              </p:custDataLst>
            </p:nvPr>
          </p:nvSpPr>
          <p:spPr bwMode="auto">
            <a:xfrm>
              <a:off x="6788150" y="2365375"/>
              <a:ext cx="557213" cy="62865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2" name="Line 26"/>
            <p:cNvSpPr>
              <a:spLocks noChangeShapeType="1"/>
            </p:cNvSpPr>
            <p:nvPr>
              <p:custDataLst>
                <p:tags r:id="rId23"/>
              </p:custDataLst>
            </p:nvPr>
          </p:nvSpPr>
          <p:spPr bwMode="auto">
            <a:xfrm>
              <a:off x="4914900" y="1123950"/>
              <a:ext cx="647700" cy="52228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23" name="Oval 27"/>
            <p:cNvSpPr>
              <a:spLocks noChangeArrowheads="1"/>
            </p:cNvSpPr>
            <p:nvPr>
              <p:custDataLst>
                <p:tags r:id="rId24"/>
              </p:custDataLst>
            </p:nvPr>
          </p:nvSpPr>
          <p:spPr bwMode="auto">
            <a:xfrm>
              <a:off x="5419725" y="1573213"/>
              <a:ext cx="1512888" cy="865187"/>
            </a:xfrm>
            <a:prstGeom prst="ellipse">
              <a:avLst/>
            </a:prstGeom>
            <a:noFill/>
            <a:ln w="25400" algn="ctr">
              <a:solidFill>
                <a:srgbClr val="425C8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12700" rIns="0" bIns="0" anchor="ct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en-US" sz="1800" b="1" i="0" u="none" strike="noStrike" kern="0" cap="none" spc="0" normalizeH="0" baseline="0" noProof="0" smtClean="0">
                  <a:ln>
                    <a:noFill/>
                  </a:ln>
                  <a:solidFill>
                    <a:srgbClr val="425C8F"/>
                  </a:solidFill>
                  <a:effectLst/>
                  <a:uLnTx/>
                  <a:uFillTx/>
                  <a:latin typeface="Bosch Office Sans" pitchFamily="2" charset="0"/>
                </a:rPr>
                <a:t>Integration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en-US" sz="1800" b="1" i="0" u="none" strike="noStrike" kern="0" cap="none" spc="0" normalizeH="0" baseline="0" noProof="0" smtClean="0">
                  <a:ln>
                    <a:noFill/>
                  </a:ln>
                  <a:solidFill>
                    <a:srgbClr val="425C8F"/>
                  </a:solidFill>
                  <a:effectLst/>
                  <a:uLnTx/>
                  <a:uFillTx/>
                  <a:latin typeface="Bosch Office Sans" pitchFamily="2" charset="0"/>
                </a:rPr>
                <a:t>test</a:t>
              </a:r>
            </a:p>
          </p:txBody>
        </p:sp>
        <p:sp>
          <p:nvSpPr>
            <p:cNvPr id="24" name="AutoShape 29"/>
            <p:cNvSpPr>
              <a:spLocks noChangeArrowheads="1"/>
            </p:cNvSpPr>
            <p:nvPr>
              <p:custDataLst>
                <p:tags r:id="rId25"/>
              </p:custDataLst>
            </p:nvPr>
          </p:nvSpPr>
          <p:spPr bwMode="auto">
            <a:xfrm>
              <a:off x="3979863" y="2149475"/>
              <a:ext cx="911225" cy="652463"/>
            </a:xfrm>
            <a:prstGeom prst="flowChartDocumen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 FD</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25" name="AutoShape 30"/>
            <p:cNvSpPr>
              <a:spLocks noChangeArrowheads="1"/>
            </p:cNvSpPr>
            <p:nvPr>
              <p:custDataLst>
                <p:tags r:id="rId26"/>
              </p:custDataLst>
            </p:nvPr>
          </p:nvSpPr>
          <p:spPr bwMode="auto">
            <a:xfrm>
              <a:off x="3979863" y="2870200"/>
              <a:ext cx="911225" cy="652463"/>
            </a:xfrm>
            <a:prstGeom prst="flowChartDocumen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 RS</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26" name="AutoShape 31"/>
            <p:cNvSpPr>
              <a:spLocks noChangeArrowheads="1"/>
            </p:cNvSpPr>
            <p:nvPr>
              <p:custDataLst>
                <p:tags r:id="rId27"/>
              </p:custDataLst>
            </p:nvPr>
          </p:nvSpPr>
          <p:spPr bwMode="auto">
            <a:xfrm>
              <a:off x="2898775" y="1069975"/>
              <a:ext cx="911225" cy="652463"/>
            </a:xfrm>
            <a:prstGeom prst="flowChartDocumen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altLang="ja-JP" sz="200" b="1" i="0" u="none" strike="noStrike" kern="0" cap="none" spc="0" normalizeH="0" baseline="0" noProof="0" smtClean="0">
                <a:ln>
                  <a:noFill/>
                </a:ln>
                <a:solidFill>
                  <a:srgbClr val="FFFFFF"/>
                </a:solidFill>
                <a:effectLst/>
                <a:uLnTx/>
                <a:uFillTx/>
                <a:latin typeface="Bosch Office Sans" pitchFamily="2" charset="0"/>
                <a:ea typeface="MS Mincho"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 SW   </a:t>
              </a: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 Design</a:t>
              </a:r>
              <a:endParaRPr kumimoji="0" lang="en-GB" altLang="en-US" sz="1800" b="1" i="0" u="none" strike="noStrike" kern="0" cap="none" spc="0" normalizeH="0" baseline="0" noProof="0" smtClean="0">
                <a:ln>
                  <a:noFill/>
                </a:ln>
                <a:solidFill>
                  <a:srgbClr val="FFFFFF"/>
                </a:solidFill>
                <a:effectLst/>
                <a:uLnTx/>
                <a:uFillTx/>
                <a:latin typeface="Bosch Office Sans" pitchFamily="2" charset="0"/>
              </a:endParaRPr>
            </a:p>
          </p:txBody>
        </p:sp>
        <p:sp>
          <p:nvSpPr>
            <p:cNvPr id="27" name="AutoShape 32"/>
            <p:cNvSpPr>
              <a:spLocks noChangeArrowheads="1"/>
            </p:cNvSpPr>
            <p:nvPr>
              <p:custDataLst>
                <p:tags r:id="rId28"/>
              </p:custDataLst>
            </p:nvPr>
          </p:nvSpPr>
          <p:spPr bwMode="auto">
            <a:xfrm>
              <a:off x="2898775" y="1862138"/>
              <a:ext cx="911225" cy="652462"/>
            </a:xfrm>
            <a:prstGeom prst="flowChartDocumen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altLang="ja-JP" sz="200" b="1" i="0" u="none" strike="noStrike" kern="0" cap="none" spc="0" normalizeH="0" baseline="0" noProof="0" dirty="0" smtClean="0">
                <a:ln>
                  <a:noFill/>
                </a:ln>
                <a:solidFill>
                  <a:srgbClr val="FFFFFF"/>
                </a:solidFill>
                <a:effectLst/>
                <a:uLnTx/>
                <a:uFillTx/>
                <a:latin typeface="Bosch Office Sans" pitchFamily="2" charset="0"/>
                <a:ea typeface="MS Mincho"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dirty="0" smtClean="0">
                  <a:ln>
                    <a:noFill/>
                  </a:ln>
                  <a:solidFill>
                    <a:srgbClr val="FFFFFF"/>
                  </a:solidFill>
                  <a:effectLst/>
                  <a:uLnTx/>
                  <a:uFillTx/>
                  <a:latin typeface="Bosch Office Sans" pitchFamily="2" charset="0"/>
                  <a:ea typeface="MS Mincho" charset="-128"/>
                </a:rPr>
                <a:t> SW</a:t>
              </a: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dirty="0" smtClean="0">
                  <a:ln>
                    <a:noFill/>
                  </a:ln>
                  <a:solidFill>
                    <a:srgbClr val="FFFFFF"/>
                  </a:solidFill>
                  <a:effectLst/>
                  <a:uLnTx/>
                  <a:uFillTx/>
                  <a:latin typeface="Bosch Office Sans" pitchFamily="2" charset="0"/>
                  <a:ea typeface="MS Mincho" charset="-128"/>
                </a:rPr>
                <a:t> Arch.</a:t>
              </a:r>
              <a:endParaRPr kumimoji="0" lang="en-GB" altLang="en-US" sz="1800" b="1" i="0" u="none" strike="noStrike" kern="0" cap="none" spc="0" normalizeH="0" baseline="0" noProof="0" dirty="0" smtClean="0">
                <a:ln>
                  <a:noFill/>
                </a:ln>
                <a:solidFill>
                  <a:srgbClr val="FFFFFF"/>
                </a:solidFill>
                <a:effectLst/>
                <a:uLnTx/>
                <a:uFillTx/>
                <a:latin typeface="Bosch Office Sans" pitchFamily="2" charset="0"/>
              </a:endParaRPr>
            </a:p>
          </p:txBody>
        </p:sp>
        <p:sp>
          <p:nvSpPr>
            <p:cNvPr id="28" name="AutoShape 33"/>
            <p:cNvSpPr>
              <a:spLocks noChangeArrowheads="1"/>
            </p:cNvSpPr>
            <p:nvPr>
              <p:custDataLst>
                <p:tags r:id="rId29"/>
              </p:custDataLst>
            </p:nvPr>
          </p:nvSpPr>
          <p:spPr bwMode="auto">
            <a:xfrm>
              <a:off x="2898775" y="2654300"/>
              <a:ext cx="911225" cy="652463"/>
            </a:xfrm>
            <a:prstGeom prst="flowChartDocument">
              <a:avLst/>
            </a:prstGeom>
            <a:solidFill>
              <a:srgbClr val="B0BBD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Bosch Office Sans" pitchFamily="2" charset="0"/>
                </a:defRPr>
              </a:lvl1pPr>
              <a:lvl2pPr marL="742950" indent="-285750">
                <a:defRPr>
                  <a:solidFill>
                    <a:schemeClr val="tx1"/>
                  </a:solidFill>
                  <a:latin typeface="Bosch Office Sans" pitchFamily="2" charset="0"/>
                </a:defRPr>
              </a:lvl2pPr>
              <a:lvl3pPr marL="1143000" indent="-228600">
                <a:defRPr>
                  <a:solidFill>
                    <a:schemeClr val="tx1"/>
                  </a:solidFill>
                  <a:latin typeface="Bosch Office Sans" pitchFamily="2" charset="0"/>
                </a:defRPr>
              </a:lvl3pPr>
              <a:lvl4pPr marL="1600200" indent="-228600">
                <a:defRPr>
                  <a:solidFill>
                    <a:schemeClr val="tx1"/>
                  </a:solidFill>
                  <a:latin typeface="Bosch Office Sans" pitchFamily="2" charset="0"/>
                </a:defRPr>
              </a:lvl4pPr>
              <a:lvl5pPr marL="2057400" indent="-228600">
                <a:defRPr>
                  <a:solidFill>
                    <a:schemeClr val="tx1"/>
                  </a:solidFill>
                  <a:latin typeface="Bosch Office Sans" pitchFamily="2" charset="0"/>
                </a:defRPr>
              </a:lvl5pPr>
              <a:lvl6pPr marL="2514600" indent="-228600" eaLnBrk="0" fontAlgn="base" hangingPunct="0">
                <a:spcBef>
                  <a:spcPct val="0"/>
                </a:spcBef>
                <a:spcAft>
                  <a:spcPct val="0"/>
                </a:spcAft>
                <a:defRPr>
                  <a:solidFill>
                    <a:schemeClr val="tx1"/>
                  </a:solidFill>
                  <a:latin typeface="Bosch Office Sans" pitchFamily="2" charset="0"/>
                </a:defRPr>
              </a:lvl6pPr>
              <a:lvl7pPr marL="2971800" indent="-228600" eaLnBrk="0" fontAlgn="base" hangingPunct="0">
                <a:spcBef>
                  <a:spcPct val="0"/>
                </a:spcBef>
                <a:spcAft>
                  <a:spcPct val="0"/>
                </a:spcAft>
                <a:defRPr>
                  <a:solidFill>
                    <a:schemeClr val="tx1"/>
                  </a:solidFill>
                  <a:latin typeface="Bosch Office Sans" pitchFamily="2" charset="0"/>
                </a:defRPr>
              </a:lvl7pPr>
              <a:lvl8pPr marL="3429000" indent="-228600" eaLnBrk="0" fontAlgn="base" hangingPunct="0">
                <a:spcBef>
                  <a:spcPct val="0"/>
                </a:spcBef>
                <a:spcAft>
                  <a:spcPct val="0"/>
                </a:spcAft>
                <a:defRPr>
                  <a:solidFill>
                    <a:schemeClr val="tx1"/>
                  </a:solidFill>
                  <a:latin typeface="Bosch Office Sans" pitchFamily="2" charset="0"/>
                </a:defRPr>
              </a:lvl8pPr>
              <a:lvl9pPr marL="3886200" indent="-228600" eaLnBrk="0" fontAlgn="base" hangingPunct="0">
                <a:spcBef>
                  <a:spcPct val="0"/>
                </a:spcBef>
                <a:spcAft>
                  <a:spcPct val="0"/>
                </a:spcAft>
                <a:defRPr>
                  <a:solidFill>
                    <a:schemeClr val="tx1"/>
                  </a:solidFill>
                  <a:latin typeface="Bosch Office Sans" pitchFamily="2"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altLang="ja-JP" sz="200" b="1" i="0" u="none" strike="noStrike" kern="0" cap="none" spc="0" normalizeH="0" baseline="0" noProof="0" smtClean="0">
                <a:ln>
                  <a:noFill/>
                </a:ln>
                <a:solidFill>
                  <a:srgbClr val="FFFFFF"/>
                </a:solidFill>
                <a:effectLst/>
                <a:uLnTx/>
                <a:uFillTx/>
                <a:latin typeface="Bosch Office Sans" pitchFamily="2" charset="0"/>
                <a:ea typeface="MS Mincho"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de-DE" altLang="ja-JP" sz="1200" b="1" i="0" u="none" strike="noStrike" kern="0" cap="none" spc="0" normalizeH="0" baseline="0" noProof="0" smtClean="0">
                  <a:ln>
                    <a:noFill/>
                  </a:ln>
                  <a:solidFill>
                    <a:srgbClr val="FFFFFF"/>
                  </a:solidFill>
                  <a:effectLst/>
                  <a:uLnTx/>
                  <a:uFillTx/>
                  <a:latin typeface="Bosch Office Sans" pitchFamily="2" charset="0"/>
                  <a:ea typeface="MS Mincho" charset="-128"/>
                </a:rPr>
                <a:t>Interface</a:t>
              </a:r>
            </a:p>
            <a:p>
              <a:pPr marL="0" marR="0" lvl="0" indent="0" defTabSz="914400" eaLnBrk="1" fontAlgn="auto" latinLnBrk="0" hangingPunct="1">
                <a:lnSpc>
                  <a:spcPct val="100000"/>
                </a:lnSpc>
                <a:spcBef>
                  <a:spcPts val="0"/>
                </a:spcBef>
                <a:spcAft>
                  <a:spcPts val="0"/>
                </a:spcAft>
                <a:buClrTx/>
                <a:buSzTx/>
                <a:buFontTx/>
                <a:buNone/>
                <a:tabLst/>
                <a:defRPr/>
              </a:pPr>
              <a:r>
                <a:rPr kumimoji="0" lang="en-GB" altLang="en-US" sz="1200" b="1" i="0" u="none" strike="noStrike" kern="0" cap="none" spc="0" normalizeH="0" baseline="0" noProof="0" smtClean="0">
                  <a:ln>
                    <a:noFill/>
                  </a:ln>
                  <a:solidFill>
                    <a:srgbClr val="FFFFFF"/>
                  </a:solidFill>
                  <a:effectLst/>
                  <a:uLnTx/>
                  <a:uFillTx/>
                  <a:latin typeface="Bosch Office Sans" pitchFamily="2" charset="0"/>
                </a:rPr>
                <a:t>descrip-tion</a:t>
              </a:r>
            </a:p>
          </p:txBody>
        </p:sp>
        <p:sp>
          <p:nvSpPr>
            <p:cNvPr id="29" name="Line 34"/>
            <p:cNvSpPr>
              <a:spLocks noChangeShapeType="1"/>
            </p:cNvSpPr>
            <p:nvPr>
              <p:custDataLst>
                <p:tags r:id="rId30"/>
              </p:custDataLst>
            </p:nvPr>
          </p:nvSpPr>
          <p:spPr bwMode="auto">
            <a:xfrm>
              <a:off x="3835400" y="1357313"/>
              <a:ext cx="1584325" cy="36036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30" name="Line 35"/>
            <p:cNvSpPr>
              <a:spLocks noChangeShapeType="1"/>
            </p:cNvSpPr>
            <p:nvPr>
              <p:custDataLst>
                <p:tags r:id="rId31"/>
              </p:custDataLst>
            </p:nvPr>
          </p:nvSpPr>
          <p:spPr bwMode="auto">
            <a:xfrm flipV="1">
              <a:off x="3835400" y="2006600"/>
              <a:ext cx="1511300" cy="14287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sp>
          <p:nvSpPr>
            <p:cNvPr id="31" name="Line 36"/>
            <p:cNvSpPr>
              <a:spLocks noChangeShapeType="1"/>
            </p:cNvSpPr>
            <p:nvPr>
              <p:custDataLst>
                <p:tags r:id="rId32"/>
              </p:custDataLst>
            </p:nvPr>
          </p:nvSpPr>
          <p:spPr bwMode="auto">
            <a:xfrm flipV="1">
              <a:off x="3835400" y="2293938"/>
              <a:ext cx="1511300" cy="6477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srgbClr val="000000"/>
                </a:solidFill>
                <a:effectLst/>
                <a:uLnTx/>
                <a:uFillTx/>
              </a:endParaRPr>
            </a:p>
          </p:txBody>
        </p:sp>
      </p:grpSp>
      <p:sp>
        <p:nvSpPr>
          <p:cNvPr id="34" name="Inhaltsplatzhalter 12"/>
          <p:cNvSpPr>
            <a:spLocks/>
          </p:cNvSpPr>
          <p:nvPr>
            <p:custDataLst>
              <p:tags r:id="rId9"/>
            </p:custDataLst>
          </p:nvPr>
        </p:nvSpPr>
        <p:spPr bwMode="auto">
          <a:xfrm>
            <a:off x="266700" y="4179411"/>
            <a:ext cx="9517380" cy="1684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chemeClr val="tx1"/>
                </a:solidFill>
                <a:miter lim="800000"/>
                <a:headEnd/>
                <a:tailEnd/>
              </a14:hiddenLine>
            </a:ext>
            <a:ext uri="{AF507438-7753-43E0-B8FC-AC1667EBCBE1}">
              <a14:hiddenEffects xmlns:a14="http://schemas.microsoft.com/office/drawing/2010/main">
                <a:effectLst>
                  <a:outerShdw algn="ctr" rotWithShape="0">
                    <a:schemeClr val="bg2"/>
                  </a:outerShdw>
                </a:effectLst>
              </a14:hiddenEffects>
            </a:ext>
          </a:extLst>
        </p:spPr>
        <p:txBody>
          <a:bodyPr lIns="0" tIns="0" rIns="0" bIns="0"/>
          <a:lstStyle>
            <a:lvl1pPr marL="304800" indent="-304800">
              <a:lnSpc>
                <a:spcPct val="111000"/>
              </a:lnSpc>
              <a:buClr>
                <a:srgbClr val="425C8F"/>
              </a:buClr>
              <a:buSzPct val="65000"/>
              <a:buFont typeface="Wingdings" panose="05000000000000000000" pitchFamily="2" charset="2"/>
              <a:buChar char="è"/>
              <a:defRPr>
                <a:solidFill>
                  <a:schemeClr val="tx1"/>
                </a:solidFill>
                <a:latin typeface="Arial" panose="020B0604020202020204" pitchFamily="34" charset="0"/>
              </a:defRPr>
            </a:lvl1pPr>
            <a:lvl2pPr marL="742950" indent="-28575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2pPr>
            <a:lvl3pPr marL="1143000" indent="-2286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3pPr>
            <a:lvl4pPr marL="1600200" indent="-2286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4pPr>
            <a:lvl5pPr marL="2057400" indent="-228600">
              <a:lnSpc>
                <a:spcPct val="111000"/>
              </a:lnSpc>
              <a:buClr>
                <a:srgbClr val="425C8F"/>
              </a:buClr>
              <a:buSzPct val="50000"/>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lnSpc>
                <a:spcPct val="111000"/>
              </a:lnSpc>
              <a:spcBef>
                <a:spcPct val="0"/>
              </a:spcBef>
              <a:spcAft>
                <a:spcPct val="0"/>
              </a:spcAft>
              <a:buClr>
                <a:srgbClr val="425C8F"/>
              </a:buClr>
              <a:buSzPct val="50000"/>
              <a:buFont typeface="Wingdings" panose="05000000000000000000" pitchFamily="2" charset="2"/>
              <a:buChar char=""/>
              <a:defRPr>
                <a:solidFill>
                  <a:schemeClr val="tx1"/>
                </a:solidFill>
                <a:latin typeface="Arial" panose="020B0604020202020204" pitchFamily="34" charset="0"/>
              </a:defRPr>
            </a:lvl9pPr>
          </a:lstStyle>
          <a:p>
            <a:r>
              <a:rPr lang="en-GB" altLang="en-US" sz="1600" dirty="0" smtClean="0">
                <a:latin typeface="Bosch Office Sans" pitchFamily="2" charset="0"/>
              </a:rPr>
              <a:t>verification </a:t>
            </a:r>
            <a:r>
              <a:rPr lang="en-GB" altLang="en-US" sz="1600" dirty="0">
                <a:latin typeface="Bosch Office Sans" pitchFamily="2" charset="0"/>
              </a:rPr>
              <a:t>of integration is done by testing the </a:t>
            </a:r>
            <a:r>
              <a:rPr lang="en-GB" altLang="en-US" sz="1600" b="1" dirty="0">
                <a:solidFill>
                  <a:schemeClr val="hlink"/>
                </a:solidFill>
                <a:latin typeface="Bosch Office Sans" pitchFamily="2" charset="0"/>
              </a:rPr>
              <a:t>communication, interaction and functionality</a:t>
            </a:r>
            <a:r>
              <a:rPr lang="en-GB" altLang="en-US" sz="1600" dirty="0">
                <a:latin typeface="Bosch Office Sans" pitchFamily="2" charset="0"/>
              </a:rPr>
              <a:t> of components of a complex system in an aggregate grouping</a:t>
            </a:r>
          </a:p>
          <a:p>
            <a:r>
              <a:rPr lang="en-GB" altLang="en-US" sz="1600" dirty="0">
                <a:latin typeface="Bosch Office Sans" pitchFamily="2" charset="0"/>
              </a:rPr>
              <a:t>verify that all SW-components (resp. Packages/Groups) are </a:t>
            </a:r>
            <a:r>
              <a:rPr lang="en-GB" altLang="en-US" sz="1600" b="1" dirty="0">
                <a:solidFill>
                  <a:schemeClr val="hlink"/>
                </a:solidFill>
                <a:latin typeface="Bosch Office Sans" pitchFamily="2" charset="0"/>
              </a:rPr>
              <a:t>integrated</a:t>
            </a:r>
          </a:p>
          <a:p>
            <a:pPr>
              <a:buFont typeface="Wingdings" panose="05000000000000000000" pitchFamily="2" charset="2"/>
              <a:buNone/>
            </a:pPr>
            <a:r>
              <a:rPr lang="en-GB" altLang="en-US" sz="1600" dirty="0" smtClean="0">
                <a:latin typeface="Bosch Office Sans" pitchFamily="2" charset="0"/>
              </a:rPr>
              <a:t>     </a:t>
            </a:r>
            <a:r>
              <a:rPr lang="en-GB" altLang="en-US" sz="1600" b="1" dirty="0" smtClean="0">
                <a:solidFill>
                  <a:schemeClr val="hlink"/>
                </a:solidFill>
                <a:latin typeface="Bosch Office Sans" pitchFamily="2" charset="0"/>
              </a:rPr>
              <a:t>correctly</a:t>
            </a:r>
            <a:r>
              <a:rPr lang="en-GB" altLang="en-US" sz="1600" dirty="0" smtClean="0">
                <a:latin typeface="Bosch Office Sans" pitchFamily="2" charset="0"/>
              </a:rPr>
              <a:t> into the SW (resp. </a:t>
            </a:r>
            <a:r>
              <a:rPr lang="en-GB" altLang="en-US" sz="1600" dirty="0" err="1" smtClean="0">
                <a:latin typeface="Bosch Office Sans" pitchFamily="2" charset="0"/>
              </a:rPr>
              <a:t>xSW</a:t>
            </a:r>
            <a:r>
              <a:rPr lang="en-GB" altLang="en-US" sz="1600" dirty="0" smtClean="0">
                <a:latin typeface="Bosch Office Sans" pitchFamily="2" charset="0"/>
              </a:rPr>
              <a:t>-Unit) </a:t>
            </a:r>
          </a:p>
        </p:txBody>
      </p:sp>
    </p:spTree>
    <p:custDataLst>
      <p:tags r:id="rId1"/>
    </p:custDataLst>
    <p:extLst>
      <p:ext uri="{BB962C8B-B14F-4D97-AF65-F5344CB8AC3E}">
        <p14:creationId xmlns:p14="http://schemas.microsoft.com/office/powerpoint/2010/main" val="1999167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16</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a:solidFill>
                  <a:srgbClr val="A80163"/>
                </a:solidFill>
              </a:rPr>
              <a:t>SW Integration </a:t>
            </a:r>
            <a:r>
              <a:rPr lang="en-US" sz="2800" dirty="0" smtClean="0">
                <a:solidFill>
                  <a:srgbClr val="A80163"/>
                </a:solidFill>
              </a:rPr>
              <a:t>Test - ASPICE</a:t>
            </a:r>
            <a:endParaRPr lang="en-US" sz="2800" dirty="0">
              <a:solidFill>
                <a:srgbClr val="A80163"/>
              </a:solidFill>
            </a:endParaRPr>
          </a:p>
        </p:txBody>
      </p:sp>
      <p:sp>
        <p:nvSpPr>
          <p:cNvPr id="9" name="TextBox 8"/>
          <p:cNvSpPr txBox="1"/>
          <p:nvPr>
            <p:custDataLst>
              <p:tags r:id="rId9"/>
            </p:custDataLst>
          </p:nvPr>
        </p:nvSpPr>
        <p:spPr>
          <a:xfrm>
            <a:off x="410845" y="1140324"/>
            <a:ext cx="9150405" cy="4001095"/>
          </a:xfrm>
          <a:prstGeom prst="rect">
            <a:avLst/>
          </a:prstGeom>
          <a:noFill/>
        </p:spPr>
        <p:txBody>
          <a:bodyPr wrap="square" rtlCol="0">
            <a:spAutoFit/>
          </a:bodyPr>
          <a:lstStyle/>
          <a:p>
            <a:r>
              <a:rPr lang="en-US" sz="1400" b="1" dirty="0"/>
              <a:t>SW Integration </a:t>
            </a:r>
            <a:r>
              <a:rPr lang="en-US" sz="1400" b="1" dirty="0" smtClean="0"/>
              <a:t>Test </a:t>
            </a:r>
            <a:r>
              <a:rPr lang="en-US" sz="1400" b="1" dirty="0"/>
              <a:t>(</a:t>
            </a:r>
            <a:r>
              <a:rPr lang="en-US" sz="1400" b="1" dirty="0" smtClean="0"/>
              <a:t>ENG.7):</a:t>
            </a:r>
            <a:endParaRPr lang="en-US" sz="1400" b="1" dirty="0"/>
          </a:p>
          <a:p>
            <a:pPr marL="285750" lvl="0" indent="-285750">
              <a:buFont typeface="Wingdings" panose="05000000000000000000" pitchFamily="2" charset="2"/>
              <a:buChar char="§"/>
            </a:pPr>
            <a:r>
              <a:rPr lang="en-GB" sz="1600" dirty="0"/>
              <a:t>SW system correlates to SW architectural design</a:t>
            </a:r>
            <a:endParaRPr lang="en-US" sz="1600" dirty="0"/>
          </a:p>
          <a:p>
            <a:pPr marL="285750" lvl="0" indent="-285750">
              <a:buFont typeface="Wingdings" panose="05000000000000000000" pitchFamily="2" charset="2"/>
              <a:buChar char="§"/>
            </a:pPr>
            <a:r>
              <a:rPr lang="en-GB" sz="1600" dirty="0"/>
              <a:t>Interfaces </a:t>
            </a:r>
            <a:r>
              <a:rPr lang="en-GB" sz="1400" dirty="0"/>
              <a:t>between</a:t>
            </a:r>
            <a:r>
              <a:rPr lang="en-GB" sz="1600" dirty="0"/>
              <a:t> HW and SW work as specified, this means </a:t>
            </a:r>
            <a:endParaRPr lang="en-US" sz="1600" dirty="0"/>
          </a:p>
          <a:p>
            <a:pPr marL="742950" lvl="1" indent="-285750">
              <a:buFont typeface="Wingdings" panose="05000000000000000000" pitchFamily="2" charset="2"/>
              <a:buChar char="ü"/>
            </a:pPr>
            <a:r>
              <a:rPr lang="en-GB" sz="1600" dirty="0"/>
              <a:t>Inputs to the ECU reach the relevant SW functions in the expected format</a:t>
            </a:r>
            <a:endParaRPr lang="en-US" sz="1600" dirty="0"/>
          </a:p>
          <a:p>
            <a:pPr marL="742950" lvl="1" indent="-285750">
              <a:buFont typeface="Wingdings" panose="05000000000000000000" pitchFamily="2" charset="2"/>
              <a:buChar char="ü"/>
            </a:pPr>
            <a:r>
              <a:rPr lang="en-GB" sz="1600" dirty="0"/>
              <a:t>Inputs to the microcontroller which have their origin inside the ECU reach the relevant SW function in the expected format</a:t>
            </a:r>
            <a:endParaRPr lang="en-US" sz="1600" dirty="0"/>
          </a:p>
          <a:p>
            <a:pPr marL="742950" lvl="1" indent="-285750">
              <a:buFont typeface="Wingdings" panose="05000000000000000000" pitchFamily="2" charset="2"/>
              <a:buChar char="ü"/>
            </a:pPr>
            <a:r>
              <a:rPr lang="en-GB" sz="1600" dirty="0"/>
              <a:t>Outputs of SW functions lead to the expected change of a ECU output</a:t>
            </a:r>
            <a:endParaRPr lang="en-US" sz="1600" dirty="0"/>
          </a:p>
          <a:p>
            <a:pPr marL="742950" lvl="1" indent="-285750">
              <a:buFont typeface="Wingdings" panose="05000000000000000000" pitchFamily="2" charset="2"/>
              <a:buChar char="ü"/>
            </a:pPr>
            <a:r>
              <a:rPr lang="en-GB" sz="1600" dirty="0"/>
              <a:t>Outputs of SW functions lead to the expected change of a µC output or change on the signal destination inside the PCB.</a:t>
            </a:r>
            <a:endParaRPr lang="en-US" sz="1600" dirty="0"/>
          </a:p>
          <a:p>
            <a:pPr marL="285750" lvl="0" indent="-285750">
              <a:buFont typeface="Wingdings" panose="05000000000000000000" pitchFamily="2" charset="2"/>
              <a:buChar char="§"/>
            </a:pPr>
            <a:r>
              <a:rPr lang="en-GB" sz="1600" dirty="0"/>
              <a:t>Interfaces between SW modules work as specified, this means</a:t>
            </a:r>
            <a:endParaRPr lang="en-US" sz="1600" dirty="0"/>
          </a:p>
          <a:p>
            <a:pPr marL="742950" lvl="1" indent="-285750">
              <a:buFont typeface="Wingdings" panose="05000000000000000000" pitchFamily="2" charset="2"/>
              <a:buChar char="ü"/>
            </a:pPr>
            <a:r>
              <a:rPr lang="en-GB" sz="1600" dirty="0"/>
              <a:t>The SW system works as specified. </a:t>
            </a:r>
            <a:endParaRPr lang="en-US" sz="1600" dirty="0"/>
          </a:p>
          <a:p>
            <a:pPr marL="742950" lvl="1" indent="-285750">
              <a:buFont typeface="Wingdings" panose="05000000000000000000" pitchFamily="2" charset="2"/>
              <a:buChar char="ü"/>
            </a:pPr>
            <a:r>
              <a:rPr lang="en-GB" sz="1600" dirty="0"/>
              <a:t>Interfaces to 3</a:t>
            </a:r>
            <a:r>
              <a:rPr lang="en-GB" sz="1600" baseline="30000" dirty="0"/>
              <a:t>rd</a:t>
            </a:r>
            <a:r>
              <a:rPr lang="en-GB" sz="1600" dirty="0"/>
              <a:t> party application modules are working as specified.</a:t>
            </a:r>
            <a:endParaRPr lang="en-US" sz="1600" dirty="0"/>
          </a:p>
          <a:p>
            <a:pPr marL="285750" lvl="0" indent="-285750">
              <a:buFont typeface="Wingdings" panose="05000000000000000000" pitchFamily="2" charset="2"/>
              <a:buChar char="§"/>
            </a:pPr>
            <a:r>
              <a:rPr lang="en-GB" sz="1600" dirty="0"/>
              <a:t>Threshold values and debounce times for HW diagnosis, this means</a:t>
            </a:r>
            <a:endParaRPr lang="en-US" sz="1600" dirty="0"/>
          </a:p>
          <a:p>
            <a:pPr marL="742950" lvl="1" indent="-285750">
              <a:buFont typeface="Wingdings" panose="05000000000000000000" pitchFamily="2" charset="2"/>
              <a:buChar char="ü"/>
            </a:pPr>
            <a:r>
              <a:rPr lang="en-GB" sz="1600" dirty="0"/>
              <a:t>Does the debounce time start after a measured value is above/below a threshold value</a:t>
            </a:r>
            <a:endParaRPr lang="en-US" sz="1600" dirty="0"/>
          </a:p>
          <a:p>
            <a:pPr marL="742950" lvl="1" indent="-285750">
              <a:buFont typeface="Wingdings" panose="05000000000000000000" pitchFamily="2" charset="2"/>
              <a:buChar char="ü"/>
            </a:pPr>
            <a:r>
              <a:rPr lang="en-GB" sz="1600" dirty="0"/>
              <a:t>Is the debouncing interrupted, if a measured value is within it’s borders</a:t>
            </a:r>
            <a:endParaRPr lang="en-US" sz="1600" dirty="0"/>
          </a:p>
          <a:p>
            <a:pPr marL="742950" lvl="1" indent="-285750">
              <a:buFont typeface="Wingdings" panose="05000000000000000000" pitchFamily="2" charset="2"/>
              <a:buChar char="ü"/>
            </a:pPr>
            <a:r>
              <a:rPr lang="en-GB" sz="1600" dirty="0"/>
              <a:t>Is the correct error flag raised or cleared after the debouncing is </a:t>
            </a:r>
            <a:r>
              <a:rPr lang="en-GB" sz="1600" dirty="0" smtClean="0"/>
              <a:t>completed</a:t>
            </a:r>
            <a:endParaRPr lang="en-US" sz="1600" dirty="0"/>
          </a:p>
        </p:txBody>
      </p:sp>
    </p:spTree>
    <p:custDataLst>
      <p:tags r:id="rId1"/>
    </p:custDataLst>
    <p:extLst>
      <p:ext uri="{BB962C8B-B14F-4D97-AF65-F5344CB8AC3E}">
        <p14:creationId xmlns:p14="http://schemas.microsoft.com/office/powerpoint/2010/main" val="2394870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17</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9" name="WordArt 23"/>
          <p:cNvSpPr>
            <a:spLocks noChangeArrowheads="1" noChangeShapeType="1" noTextEdit="1"/>
          </p:cNvSpPr>
          <p:nvPr>
            <p:custDataLst>
              <p:tags r:id="rId8"/>
            </p:custDataLst>
          </p:nvPr>
        </p:nvSpPr>
        <p:spPr bwMode="auto">
          <a:xfrm>
            <a:off x="2645315" y="2285060"/>
            <a:ext cx="4681537" cy="503237"/>
          </a:xfrm>
          <a:prstGeom prst="rect">
            <a:avLst/>
          </a:prstGeom>
        </p:spPr>
        <p:txBody>
          <a:bodyPr wrap="none" fromWordArt="1">
            <a:prstTxWarp prst="textPlain">
              <a:avLst>
                <a:gd name="adj" fmla="val 50000"/>
              </a:avLst>
            </a:prstTxWarp>
          </a:bodyPr>
          <a:lstStyle/>
          <a:p>
            <a:pPr algn="ctr" eaLnBrk="0" hangingPunct="0"/>
            <a:r>
              <a:rPr lang="en-GB" sz="3600" b="1" kern="10" dirty="0" smtClean="0">
                <a:ln w="12700">
                  <a:solidFill>
                    <a:srgbClr val="EAEAEA"/>
                  </a:solidFill>
                  <a:round/>
                  <a:headEnd/>
                  <a:tailEnd/>
                </a:ln>
                <a:gradFill rotWithShape="1">
                  <a:gsLst>
                    <a:gs pos="0">
                      <a:srgbClr val="425C8F"/>
                    </a:gs>
                    <a:gs pos="100000">
                      <a:srgbClr val="1F2B42"/>
                    </a:gs>
                  </a:gsLst>
                  <a:lin ang="5400000" scaled="1"/>
                </a:gradFill>
                <a:latin typeface="Impact" panose="020B0806030902050204" pitchFamily="34" charset="0"/>
              </a:rPr>
              <a:t>System Test</a:t>
            </a:r>
          </a:p>
        </p:txBody>
      </p:sp>
      <p:grpSp>
        <p:nvGrpSpPr>
          <p:cNvPr id="10" name="Group 11"/>
          <p:cNvGrpSpPr>
            <a:grpSpLocks/>
          </p:cNvGrpSpPr>
          <p:nvPr/>
        </p:nvGrpSpPr>
        <p:grpSpPr bwMode="auto">
          <a:xfrm>
            <a:off x="1633061" y="4146598"/>
            <a:ext cx="7704137" cy="963612"/>
            <a:chOff x="239" y="2789"/>
            <a:chExt cx="4853" cy="607"/>
          </a:xfrm>
        </p:grpSpPr>
        <p:pic>
          <p:nvPicPr>
            <p:cNvPr id="11" name="Picture 32" descr="MP900386795"/>
            <p:cNvPicPr>
              <a:picLocks noChangeAspect="1" noChangeArrowheads="1"/>
            </p:cNvPicPr>
            <p:nvPr>
              <p:custDataLst>
                <p:tags r:id="rId9"/>
              </p:custDataLst>
            </p:nvPr>
          </p:nvPicPr>
          <p:blipFill>
            <a:blip r:embed="rId14" cstate="print">
              <a:lum bright="20000"/>
              <a:extLst>
                <a:ext uri="{28A0092B-C50C-407E-A947-70E740481C1C}">
                  <a14:useLocalDpi xmlns:a14="http://schemas.microsoft.com/office/drawing/2010/main" val="0"/>
                </a:ext>
              </a:extLst>
            </a:blip>
            <a:srcRect/>
            <a:stretch>
              <a:fillRect/>
            </a:stretch>
          </p:blipFill>
          <p:spPr bwMode="auto">
            <a:xfrm>
              <a:off x="239" y="2789"/>
              <a:ext cx="1179"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1" descr="MP900386812"/>
            <p:cNvPicPr>
              <a:picLocks noChangeAspect="1" noChangeArrowheads="1"/>
            </p:cNvPicPr>
            <p:nvPr>
              <p:custDataLst>
                <p:tags r:id="rId10"/>
              </p:custDataLst>
            </p:nvPr>
          </p:nvPicPr>
          <p:blipFill>
            <a:blip r:embed="rId15" cstate="print">
              <a:lum bright="20000"/>
              <a:extLst>
                <a:ext uri="{28A0092B-C50C-407E-A947-70E740481C1C}">
                  <a14:useLocalDpi xmlns:a14="http://schemas.microsoft.com/office/drawing/2010/main" val="0"/>
                </a:ext>
              </a:extLst>
            </a:blip>
            <a:srcRect/>
            <a:stretch>
              <a:fillRect/>
            </a:stretch>
          </p:blipFill>
          <p:spPr bwMode="auto">
            <a:xfrm>
              <a:off x="1457" y="2789"/>
              <a:ext cx="1179"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3"/>
            <p:cNvPicPr>
              <a:picLocks noChangeAspect="1" noChangeArrowheads="1"/>
            </p:cNvPicPr>
            <p:nvPr>
              <p:custDataLst>
                <p:tags r:id="rId11"/>
              </p:custDataLst>
            </p:nvPr>
          </p:nvPicPr>
          <p:blipFill>
            <a:blip r:embed="rId16">
              <a:extLst>
                <a:ext uri="{28A0092B-C50C-407E-A947-70E740481C1C}">
                  <a14:useLocalDpi xmlns:a14="http://schemas.microsoft.com/office/drawing/2010/main" val="0"/>
                </a:ext>
              </a:extLst>
            </a:blip>
            <a:srcRect l="952" t="1851" r="952" b="1851"/>
            <a:stretch>
              <a:fillRect/>
            </a:stretch>
          </p:blipFill>
          <p:spPr bwMode="auto">
            <a:xfrm>
              <a:off x="2673" y="2789"/>
              <a:ext cx="1202" cy="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A7A7A7"/>
                  </a:solidFill>
                  <a:miter lim="800000"/>
                  <a:headEnd/>
                  <a:tailEnd/>
                </a14:hiddenLine>
              </a:ext>
            </a:extLst>
          </p:spPr>
        </p:pic>
        <p:pic>
          <p:nvPicPr>
            <p:cNvPr id="14" name="Picture 34" descr="MP900386794"/>
            <p:cNvPicPr>
              <a:picLocks noChangeAspect="1" noChangeArrowheads="1"/>
            </p:cNvPicPr>
            <p:nvPr>
              <p:custDataLst>
                <p:tags r:id="rId12"/>
              </p:custDataLst>
            </p:nvPr>
          </p:nvPicPr>
          <p:blipFill>
            <a:blip r:embed="rId17" cstate="print">
              <a:lum bright="20000"/>
              <a:extLst>
                <a:ext uri="{28A0092B-C50C-407E-A947-70E740481C1C}">
                  <a14:useLocalDpi xmlns:a14="http://schemas.microsoft.com/office/drawing/2010/main" val="0"/>
                </a:ext>
              </a:extLst>
            </a:blip>
            <a:srcRect/>
            <a:stretch>
              <a:fillRect/>
            </a:stretch>
          </p:blipFill>
          <p:spPr bwMode="auto">
            <a:xfrm>
              <a:off x="3913" y="2789"/>
              <a:ext cx="1179" cy="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ustDataLst>
      <p:tags r:id="rId1"/>
    </p:custDataLst>
    <p:extLst>
      <p:ext uri="{BB962C8B-B14F-4D97-AF65-F5344CB8AC3E}">
        <p14:creationId xmlns:p14="http://schemas.microsoft.com/office/powerpoint/2010/main" val="4011063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18</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smtClean="0">
                <a:solidFill>
                  <a:srgbClr val="A80163"/>
                </a:solidFill>
              </a:rPr>
              <a:t>System Test</a:t>
            </a:r>
            <a:endParaRPr lang="en-US" sz="2800" dirty="0">
              <a:solidFill>
                <a:srgbClr val="A80163"/>
              </a:solidFill>
            </a:endParaRPr>
          </a:p>
        </p:txBody>
      </p:sp>
      <p:sp>
        <p:nvSpPr>
          <p:cNvPr id="9" name="TextBox 8"/>
          <p:cNvSpPr txBox="1"/>
          <p:nvPr>
            <p:custDataLst>
              <p:tags r:id="rId9"/>
            </p:custDataLst>
          </p:nvPr>
        </p:nvSpPr>
        <p:spPr>
          <a:xfrm>
            <a:off x="577551" y="1187838"/>
            <a:ext cx="7698432" cy="1569660"/>
          </a:xfrm>
          <a:prstGeom prst="rect">
            <a:avLst/>
          </a:prstGeom>
          <a:noFill/>
        </p:spPr>
        <p:txBody>
          <a:bodyPr wrap="square" rtlCol="0">
            <a:spAutoFit/>
          </a:bodyPr>
          <a:lstStyle/>
          <a:p>
            <a:r>
              <a:rPr sz="1600" b="1" dirty="0" smtClean="0">
                <a:solidFill>
                  <a:srgbClr val="000000"/>
                </a:solidFill>
                <a:latin typeface="Bosch Office Sans"/>
              </a:rPr>
              <a:t>SW Test(ENG.8):</a:t>
            </a:r>
            <a:endParaRPr sz="1600" dirty="0">
              <a:solidFill>
                <a:srgbClr val="000000"/>
              </a:solidFill>
              <a:latin typeface="Bosch Office Sans"/>
            </a:endParaRPr>
          </a:p>
          <a:p>
            <a:r>
              <a:rPr sz="1600" dirty="0">
                <a:solidFill>
                  <a:srgbClr val="000000"/>
                </a:solidFill>
                <a:latin typeface="Bosch Office Sans"/>
              </a:rPr>
              <a:t>The purpose of the SW Validation process is to validate that the integrated SW meets the defined SW requirements and to release the SW with controlled and documented quality. </a:t>
            </a:r>
            <a:endParaRPr sz="1600" dirty="0" smtClean="0">
              <a:solidFill>
                <a:srgbClr val="000000"/>
              </a:solidFill>
              <a:latin typeface="Bosch Office Sans"/>
            </a:endParaRPr>
          </a:p>
          <a:p>
            <a:endParaRPr sz="1600" b="1" dirty="0">
              <a:solidFill>
                <a:srgbClr val="000000"/>
              </a:solidFill>
              <a:latin typeface="Bosch Office Sans"/>
            </a:endParaRPr>
          </a:p>
          <a:p>
            <a:r>
              <a:rPr sz="1600" b="1" dirty="0" smtClean="0">
                <a:solidFill>
                  <a:srgbClr val="000000"/>
                </a:solidFill>
                <a:latin typeface="Bosch Office Sans"/>
              </a:rPr>
              <a:t>Tools:</a:t>
            </a:r>
          </a:p>
        </p:txBody>
      </p:sp>
      <p:sp>
        <p:nvSpPr>
          <p:cNvPr id="10" name="TextBox 9"/>
          <p:cNvSpPr txBox="1"/>
          <p:nvPr>
            <p:custDataLst>
              <p:tags r:id="rId10"/>
            </p:custDataLst>
          </p:nvPr>
        </p:nvSpPr>
        <p:spPr>
          <a:xfrm>
            <a:off x="554990" y="3018786"/>
            <a:ext cx="3568452" cy="1077218"/>
          </a:xfrm>
          <a:prstGeom prst="rect">
            <a:avLst/>
          </a:prstGeom>
          <a:noFill/>
        </p:spPr>
        <p:txBody>
          <a:bodyPr wrap="square" rtlCol="0">
            <a:spAutoFit/>
          </a:bodyPr>
          <a:lstStyle/>
          <a:p>
            <a:r>
              <a:rPr sz="1600" b="1" dirty="0" smtClean="0">
                <a:solidFill>
                  <a:srgbClr val="000000"/>
                </a:solidFill>
                <a:latin typeface="Bosch Office Sans"/>
              </a:rPr>
              <a:t>Inputs: </a:t>
            </a:r>
            <a:endParaRPr sz="1600" dirty="0">
              <a:solidFill>
                <a:srgbClr val="000000"/>
              </a:solidFill>
              <a:latin typeface="Bosch Office Sans"/>
            </a:endParaRPr>
          </a:p>
          <a:p>
            <a:pPr marL="285750" indent="-285750">
              <a:buFont typeface="Wingdings" panose="05000000000000000000" pitchFamily="2" charset="2"/>
              <a:buChar char="Ø"/>
            </a:pPr>
            <a:r>
              <a:rPr sz="1600" dirty="0">
                <a:solidFill>
                  <a:srgbClr val="FF0000"/>
                </a:solidFill>
                <a:latin typeface="Bosch Office Sans"/>
              </a:rPr>
              <a:t>SW Requirements including verification criteria </a:t>
            </a:r>
          </a:p>
          <a:p>
            <a:endParaRPr sz="1600" dirty="0" smtClean="0">
              <a:solidFill>
                <a:srgbClr val="000000"/>
              </a:solidFill>
              <a:latin typeface="Bosch Office Sans"/>
            </a:endParaRPr>
          </a:p>
        </p:txBody>
      </p:sp>
      <p:sp>
        <p:nvSpPr>
          <p:cNvPr id="11" name="TextBox 10"/>
          <p:cNvSpPr txBox="1"/>
          <p:nvPr>
            <p:custDataLst>
              <p:tags r:id="rId11"/>
            </p:custDataLst>
          </p:nvPr>
        </p:nvSpPr>
        <p:spPr>
          <a:xfrm>
            <a:off x="4044022" y="2982762"/>
            <a:ext cx="4601840" cy="1846659"/>
          </a:xfrm>
          <a:prstGeom prst="rect">
            <a:avLst/>
          </a:prstGeom>
          <a:noFill/>
        </p:spPr>
        <p:txBody>
          <a:bodyPr wrap="square" rtlCol="0">
            <a:spAutoFit/>
          </a:bodyPr>
          <a:lstStyle/>
          <a:p>
            <a:r>
              <a:rPr sz="1600" b="1" dirty="0" smtClean="0">
                <a:solidFill>
                  <a:srgbClr val="000000"/>
                </a:solidFill>
                <a:latin typeface="Bosch Office Sans"/>
              </a:rPr>
              <a:t>Outputs:</a:t>
            </a:r>
          </a:p>
          <a:p>
            <a:pPr marL="285750" indent="-285750">
              <a:buFont typeface="Wingdings" panose="05000000000000000000" pitchFamily="2" charset="2"/>
              <a:buChar char="Ø"/>
            </a:pPr>
            <a:r>
              <a:rPr sz="1600" dirty="0">
                <a:solidFill>
                  <a:srgbClr val="000000"/>
                </a:solidFill>
                <a:latin typeface="Bosch Office Sans"/>
              </a:rPr>
              <a:t>SW Validation test cases referenced to SW Requirements</a:t>
            </a:r>
          </a:p>
          <a:p>
            <a:pPr marL="285750" indent="-285750">
              <a:buFont typeface="Wingdings" panose="05000000000000000000" pitchFamily="2" charset="2"/>
              <a:buChar char="Ø"/>
            </a:pPr>
            <a:r>
              <a:rPr sz="1600" dirty="0">
                <a:solidFill>
                  <a:srgbClr val="000000"/>
                </a:solidFill>
                <a:latin typeface="Bosch Office Sans"/>
              </a:rPr>
              <a:t>SW Release Test Plan</a:t>
            </a:r>
          </a:p>
          <a:p>
            <a:pPr marL="285750" indent="-285750">
              <a:buFont typeface="Wingdings" panose="05000000000000000000" pitchFamily="2" charset="2"/>
              <a:buChar char="Ø"/>
            </a:pPr>
            <a:r>
              <a:rPr sz="1600" dirty="0">
                <a:solidFill>
                  <a:srgbClr val="000000"/>
                </a:solidFill>
                <a:latin typeface="Bosch Office Sans"/>
              </a:rPr>
              <a:t>SW Validation test case review report</a:t>
            </a:r>
          </a:p>
          <a:p>
            <a:pPr marL="285750" indent="-285750">
              <a:buFont typeface="Wingdings" panose="05000000000000000000" pitchFamily="2" charset="2"/>
              <a:buChar char="Ø"/>
            </a:pPr>
            <a:r>
              <a:rPr sz="1600" dirty="0">
                <a:solidFill>
                  <a:srgbClr val="000000"/>
                </a:solidFill>
                <a:latin typeface="Bosch Office Sans"/>
              </a:rPr>
              <a:t>SW Validation test records</a:t>
            </a:r>
          </a:p>
          <a:p>
            <a:pPr marL="285750" indent="-285750">
              <a:buFont typeface="Wingdings" panose="05000000000000000000" pitchFamily="2" charset="2"/>
              <a:buChar char="Ø"/>
            </a:pPr>
            <a:r>
              <a:rPr sz="1600" dirty="0">
                <a:solidFill>
                  <a:srgbClr val="000000"/>
                </a:solidFill>
                <a:latin typeface="Bosch Office Sans"/>
              </a:rPr>
              <a:t>Released SW with SW Release Note</a:t>
            </a:r>
            <a:endParaRPr sz="1600" dirty="0" smtClean="0">
              <a:solidFill>
                <a:srgbClr val="000000"/>
              </a:solidFill>
              <a:latin typeface="Bosch Office Sans"/>
            </a:endParaRPr>
          </a:p>
        </p:txBody>
      </p:sp>
    </p:spTree>
    <p:custDataLst>
      <p:tags r:id="rId1"/>
    </p:custDataLst>
    <p:extLst>
      <p:ext uri="{BB962C8B-B14F-4D97-AF65-F5344CB8AC3E}">
        <p14:creationId xmlns:p14="http://schemas.microsoft.com/office/powerpoint/2010/main" val="147989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19</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smtClean="0">
                <a:solidFill>
                  <a:srgbClr val="A80163"/>
                </a:solidFill>
              </a:rPr>
              <a:t>System Test</a:t>
            </a:r>
            <a:endParaRPr lang="en-US" sz="2800" dirty="0">
              <a:solidFill>
                <a:srgbClr val="A80163"/>
              </a:solidFill>
            </a:endParaRPr>
          </a:p>
        </p:txBody>
      </p:sp>
      <p:sp>
        <p:nvSpPr>
          <p:cNvPr id="9" name="TextBox 8"/>
          <p:cNvSpPr txBox="1"/>
          <p:nvPr>
            <p:custDataLst>
              <p:tags r:id="rId9"/>
            </p:custDataLst>
          </p:nvPr>
        </p:nvSpPr>
        <p:spPr>
          <a:xfrm>
            <a:off x="289261" y="1025675"/>
            <a:ext cx="7698432" cy="1569660"/>
          </a:xfrm>
          <a:prstGeom prst="rect">
            <a:avLst/>
          </a:prstGeom>
          <a:noFill/>
        </p:spPr>
        <p:txBody>
          <a:bodyPr wrap="square" rtlCol="0">
            <a:spAutoFit/>
          </a:bodyPr>
          <a:lstStyle/>
          <a:p>
            <a:r>
              <a:rPr sz="1600" b="1" dirty="0" smtClean="0">
                <a:solidFill>
                  <a:srgbClr val="000000"/>
                </a:solidFill>
                <a:latin typeface="Bosch Office Sans"/>
              </a:rPr>
              <a:t>System </a:t>
            </a:r>
            <a:r>
              <a:rPr sz="1600" b="1" dirty="0">
                <a:solidFill>
                  <a:srgbClr val="000000"/>
                </a:solidFill>
                <a:latin typeface="Bosch Office Sans"/>
              </a:rPr>
              <a:t>Integration Test (</a:t>
            </a:r>
            <a:r>
              <a:rPr sz="1600" b="1" dirty="0" smtClean="0">
                <a:solidFill>
                  <a:srgbClr val="000000"/>
                </a:solidFill>
                <a:latin typeface="Bosch Office Sans"/>
              </a:rPr>
              <a:t>ENG.9):</a:t>
            </a:r>
            <a:endParaRPr sz="1600" dirty="0">
              <a:solidFill>
                <a:srgbClr val="000000"/>
              </a:solidFill>
              <a:latin typeface="Bosch Office Sans"/>
            </a:endParaRPr>
          </a:p>
          <a:p>
            <a:r>
              <a:rPr sz="1600" dirty="0" smtClean="0">
                <a:solidFill>
                  <a:srgbClr val="000000"/>
                </a:solidFill>
                <a:latin typeface="Bosch Office Sans"/>
              </a:rPr>
              <a:t>The </a:t>
            </a:r>
            <a:r>
              <a:rPr sz="1600" dirty="0">
                <a:solidFill>
                  <a:srgbClr val="000000"/>
                </a:solidFill>
                <a:latin typeface="Bosch Office Sans"/>
              </a:rPr>
              <a:t>purpose of the System Integration Test process is to integrate all system elements and verify that all system elements interoperate as defined by system architecture</a:t>
            </a:r>
            <a:r>
              <a:rPr sz="1600" dirty="0" smtClean="0">
                <a:solidFill>
                  <a:srgbClr val="000000"/>
                </a:solidFill>
                <a:latin typeface="Bosch Office Sans"/>
              </a:rPr>
              <a:t>.</a:t>
            </a:r>
          </a:p>
          <a:p>
            <a:endParaRPr sz="1600" dirty="0">
              <a:solidFill>
                <a:srgbClr val="000000"/>
              </a:solidFill>
              <a:latin typeface="Bosch Office Sans"/>
            </a:endParaRPr>
          </a:p>
          <a:p>
            <a:r>
              <a:rPr sz="1600" b="1" dirty="0" smtClean="0">
                <a:solidFill>
                  <a:srgbClr val="000000"/>
                </a:solidFill>
                <a:latin typeface="Bosch Office Sans"/>
              </a:rPr>
              <a:t>Tools:</a:t>
            </a:r>
          </a:p>
        </p:txBody>
      </p:sp>
      <p:sp>
        <p:nvSpPr>
          <p:cNvPr id="10" name="TextBox 9"/>
          <p:cNvSpPr txBox="1"/>
          <p:nvPr>
            <p:custDataLst>
              <p:tags r:id="rId10"/>
            </p:custDataLst>
          </p:nvPr>
        </p:nvSpPr>
        <p:spPr>
          <a:xfrm>
            <a:off x="266700" y="2856623"/>
            <a:ext cx="3568452" cy="2123658"/>
          </a:xfrm>
          <a:prstGeom prst="rect">
            <a:avLst/>
          </a:prstGeom>
          <a:noFill/>
        </p:spPr>
        <p:txBody>
          <a:bodyPr wrap="square" rtlCol="0">
            <a:spAutoFit/>
          </a:bodyPr>
          <a:lstStyle/>
          <a:p>
            <a:r>
              <a:rPr sz="1600" b="1" dirty="0" smtClean="0">
                <a:solidFill>
                  <a:srgbClr val="000000"/>
                </a:solidFill>
                <a:latin typeface="Bosch Office Sans"/>
              </a:rPr>
              <a:t>Inputs: </a:t>
            </a:r>
            <a:endParaRPr sz="1600" dirty="0">
              <a:solidFill>
                <a:srgbClr val="000000"/>
              </a:solidFill>
              <a:latin typeface="Bosch Office Sans"/>
            </a:endParaRPr>
          </a:p>
          <a:p>
            <a:pPr marL="285750" indent="-285750">
              <a:buFont typeface="Wingdings" panose="05000000000000000000" pitchFamily="2" charset="2"/>
              <a:buChar char="Ø"/>
            </a:pPr>
            <a:r>
              <a:rPr sz="1600" dirty="0">
                <a:solidFill>
                  <a:srgbClr val="FF0000"/>
                </a:solidFill>
                <a:latin typeface="Bosch Office Sans"/>
              </a:rPr>
              <a:t>SW/ME/EE component releases delivered to System Integration according to sample definition </a:t>
            </a:r>
            <a:r>
              <a:rPr sz="1600" dirty="0" smtClean="0">
                <a:solidFill>
                  <a:srgbClr val="FF0000"/>
                </a:solidFill>
                <a:latin typeface="Bosch Office Sans"/>
              </a:rPr>
              <a:t>sheet.</a:t>
            </a:r>
            <a:endParaRPr sz="1600" dirty="0">
              <a:solidFill>
                <a:srgbClr val="FF0000"/>
              </a:solidFill>
              <a:latin typeface="Bosch Office Sans"/>
            </a:endParaRPr>
          </a:p>
          <a:p>
            <a:pPr marL="285750" indent="-285750">
              <a:buFont typeface="Wingdings" panose="05000000000000000000" pitchFamily="2" charset="2"/>
              <a:buChar char="Ø"/>
            </a:pPr>
            <a:r>
              <a:rPr sz="1600" dirty="0">
                <a:solidFill>
                  <a:srgbClr val="000099"/>
                </a:solidFill>
                <a:latin typeface="Bosch Office Sans"/>
              </a:rPr>
              <a:t>System Architecture </a:t>
            </a:r>
            <a:r>
              <a:rPr sz="1600" dirty="0">
                <a:solidFill>
                  <a:srgbClr val="FF0000"/>
                </a:solidFill>
                <a:latin typeface="Bosch Office Sans"/>
              </a:rPr>
              <a:t>including verification criteria </a:t>
            </a:r>
          </a:p>
          <a:p>
            <a:endParaRPr sz="1600" dirty="0" smtClean="0">
              <a:solidFill>
                <a:srgbClr val="000000"/>
              </a:solidFill>
              <a:latin typeface="Bosch Office Sans"/>
            </a:endParaRPr>
          </a:p>
        </p:txBody>
      </p:sp>
      <p:sp>
        <p:nvSpPr>
          <p:cNvPr id="11" name="TextBox 10"/>
          <p:cNvSpPr txBox="1"/>
          <p:nvPr>
            <p:custDataLst>
              <p:tags r:id="rId11"/>
            </p:custDataLst>
          </p:nvPr>
        </p:nvSpPr>
        <p:spPr>
          <a:xfrm>
            <a:off x="3755732" y="2820599"/>
            <a:ext cx="4601840" cy="3077766"/>
          </a:xfrm>
          <a:prstGeom prst="rect">
            <a:avLst/>
          </a:prstGeom>
          <a:noFill/>
        </p:spPr>
        <p:txBody>
          <a:bodyPr wrap="square" rtlCol="0">
            <a:spAutoFit/>
          </a:bodyPr>
          <a:lstStyle/>
          <a:p>
            <a:r>
              <a:rPr sz="1600" b="1" dirty="0" smtClean="0">
                <a:solidFill>
                  <a:srgbClr val="000000"/>
                </a:solidFill>
                <a:latin typeface="Bosch Office Sans"/>
              </a:rPr>
              <a:t>Outputs:</a:t>
            </a:r>
          </a:p>
          <a:p>
            <a:pPr marL="285750" indent="-285750">
              <a:buFont typeface="Wingdings" panose="05000000000000000000" pitchFamily="2" charset="2"/>
              <a:buChar char="Ø"/>
            </a:pPr>
            <a:r>
              <a:rPr sz="1600" dirty="0">
                <a:solidFill>
                  <a:srgbClr val="000000"/>
                </a:solidFill>
                <a:latin typeface="Bosch Office Sans"/>
              </a:rPr>
              <a:t>System Integration </a:t>
            </a:r>
            <a:r>
              <a:rPr sz="1600" dirty="0" smtClean="0">
                <a:solidFill>
                  <a:srgbClr val="000000"/>
                </a:solidFill>
                <a:latin typeface="Bosch Office Sans"/>
              </a:rPr>
              <a:t>Strategy</a:t>
            </a:r>
          </a:p>
          <a:p>
            <a:pPr marL="285750" indent="-285750">
              <a:buFont typeface="Wingdings" panose="05000000000000000000" pitchFamily="2" charset="2"/>
              <a:buChar char="Ø"/>
            </a:pPr>
            <a:r>
              <a:rPr sz="1600" dirty="0" smtClean="0">
                <a:solidFill>
                  <a:srgbClr val="000000"/>
                </a:solidFill>
                <a:latin typeface="Bosch Office Sans"/>
              </a:rPr>
              <a:t>System Integration Test cases referenced to system architecture</a:t>
            </a:r>
          </a:p>
          <a:p>
            <a:pPr marL="285750" indent="-285750">
              <a:buFont typeface="Wingdings" panose="05000000000000000000" pitchFamily="2" charset="2"/>
              <a:buChar char="Ø"/>
            </a:pPr>
            <a:r>
              <a:rPr sz="1600" dirty="0" smtClean="0">
                <a:solidFill>
                  <a:srgbClr val="000000"/>
                </a:solidFill>
                <a:latin typeface="Bosch Office Sans"/>
              </a:rPr>
              <a:t>System </a:t>
            </a:r>
            <a:r>
              <a:rPr sz="1600" dirty="0">
                <a:solidFill>
                  <a:srgbClr val="000000"/>
                </a:solidFill>
                <a:latin typeface="Bosch Office Sans"/>
              </a:rPr>
              <a:t>Integration Test case review record</a:t>
            </a:r>
          </a:p>
          <a:p>
            <a:pPr marL="285750" indent="-285750">
              <a:buFont typeface="Wingdings" panose="05000000000000000000" pitchFamily="2" charset="2"/>
              <a:buChar char="Ø"/>
            </a:pPr>
            <a:r>
              <a:rPr sz="1600" dirty="0">
                <a:solidFill>
                  <a:srgbClr val="000000"/>
                </a:solidFill>
                <a:latin typeface="Bosch Office Sans"/>
              </a:rPr>
              <a:t>System Release Test Plan</a:t>
            </a:r>
          </a:p>
          <a:p>
            <a:pPr marL="285750" indent="-285750">
              <a:buFont typeface="Wingdings" panose="05000000000000000000" pitchFamily="2" charset="2"/>
              <a:buChar char="Ø"/>
            </a:pPr>
            <a:r>
              <a:rPr sz="1600" dirty="0">
                <a:solidFill>
                  <a:srgbClr val="000000"/>
                </a:solidFill>
                <a:latin typeface="Bosch Office Sans"/>
              </a:rPr>
              <a:t>System Integration test records</a:t>
            </a:r>
          </a:p>
          <a:p>
            <a:pPr marL="285750" indent="-285750">
              <a:buFont typeface="Wingdings" panose="05000000000000000000" pitchFamily="2" charset="2"/>
              <a:buChar char="Ø"/>
            </a:pPr>
            <a:r>
              <a:rPr sz="1600" dirty="0">
                <a:solidFill>
                  <a:srgbClr val="000000"/>
                </a:solidFill>
                <a:latin typeface="Bosch Office Sans"/>
              </a:rPr>
              <a:t>Integrated system ready for System Validation</a:t>
            </a:r>
          </a:p>
          <a:p>
            <a:pPr marL="285750" indent="-285750">
              <a:buFont typeface="Wingdings" panose="05000000000000000000" pitchFamily="2" charset="2"/>
              <a:buChar char="Ø"/>
            </a:pPr>
            <a:r>
              <a:rPr sz="1600" dirty="0">
                <a:solidFill>
                  <a:srgbClr val="000000"/>
                </a:solidFill>
                <a:latin typeface="Bosch Office Sans"/>
              </a:rPr>
              <a:t>Bi-directional traceability between System Architecture and System Integration test cases</a:t>
            </a:r>
            <a:endParaRPr sz="1600" dirty="0" smtClean="0">
              <a:solidFill>
                <a:srgbClr val="000000"/>
              </a:solidFill>
              <a:latin typeface="Bosch Office Sans"/>
            </a:endParaRPr>
          </a:p>
        </p:txBody>
      </p:sp>
    </p:spTree>
    <p:custDataLst>
      <p:tags r:id="rId1"/>
    </p:custDataLst>
    <p:extLst>
      <p:ext uri="{BB962C8B-B14F-4D97-AF65-F5344CB8AC3E}">
        <p14:creationId xmlns:p14="http://schemas.microsoft.com/office/powerpoint/2010/main" val="3441431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20</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smtClean="0">
                <a:solidFill>
                  <a:srgbClr val="A80163"/>
                </a:solidFill>
              </a:rPr>
              <a:t>System Test</a:t>
            </a:r>
            <a:endParaRPr lang="en-US" sz="2800" dirty="0">
              <a:solidFill>
                <a:srgbClr val="A80163"/>
              </a:solidFill>
            </a:endParaRPr>
          </a:p>
        </p:txBody>
      </p:sp>
      <p:sp>
        <p:nvSpPr>
          <p:cNvPr id="9" name="TextBox 8"/>
          <p:cNvSpPr txBox="1"/>
          <p:nvPr>
            <p:custDataLst>
              <p:tags r:id="rId9"/>
            </p:custDataLst>
          </p:nvPr>
        </p:nvSpPr>
        <p:spPr>
          <a:xfrm>
            <a:off x="593090" y="1109200"/>
            <a:ext cx="7698432" cy="1569660"/>
          </a:xfrm>
          <a:prstGeom prst="rect">
            <a:avLst/>
          </a:prstGeom>
          <a:noFill/>
        </p:spPr>
        <p:txBody>
          <a:bodyPr wrap="square" rtlCol="0">
            <a:spAutoFit/>
          </a:bodyPr>
          <a:lstStyle/>
          <a:p>
            <a:r>
              <a:rPr sz="1600" b="1" dirty="0">
                <a:solidFill>
                  <a:srgbClr val="000000"/>
                </a:solidFill>
                <a:latin typeface="Bosch Office Sans"/>
              </a:rPr>
              <a:t>System </a:t>
            </a:r>
            <a:r>
              <a:rPr sz="1600" b="1" dirty="0" smtClean="0">
                <a:solidFill>
                  <a:srgbClr val="000000"/>
                </a:solidFill>
                <a:latin typeface="Bosch Office Sans"/>
              </a:rPr>
              <a:t>Validation(ENG.10):</a:t>
            </a:r>
            <a:endParaRPr sz="1600" dirty="0">
              <a:solidFill>
                <a:srgbClr val="000000"/>
              </a:solidFill>
              <a:latin typeface="Bosch Office Sans"/>
            </a:endParaRPr>
          </a:p>
          <a:p>
            <a:r>
              <a:rPr sz="1600" dirty="0" smtClean="0">
                <a:solidFill>
                  <a:srgbClr val="000000"/>
                </a:solidFill>
                <a:latin typeface="Bosch Office Sans"/>
              </a:rPr>
              <a:t>The </a:t>
            </a:r>
            <a:r>
              <a:rPr sz="1600" dirty="0">
                <a:solidFill>
                  <a:srgbClr val="000000"/>
                </a:solidFill>
                <a:latin typeface="Bosch Office Sans"/>
              </a:rPr>
              <a:t>purpose of the System Validation process is to validate that the integrated system meets the defined system requirements and to release the system with controlled and documented quality. </a:t>
            </a:r>
            <a:endParaRPr sz="1600" dirty="0" smtClean="0">
              <a:solidFill>
                <a:srgbClr val="000000"/>
              </a:solidFill>
              <a:latin typeface="Bosch Office Sans"/>
            </a:endParaRPr>
          </a:p>
          <a:p>
            <a:endParaRPr sz="1600" dirty="0">
              <a:solidFill>
                <a:srgbClr val="000000"/>
              </a:solidFill>
              <a:latin typeface="Bosch Office Sans"/>
            </a:endParaRPr>
          </a:p>
          <a:p>
            <a:r>
              <a:rPr sz="1600" b="1" dirty="0" smtClean="0">
                <a:solidFill>
                  <a:srgbClr val="000000"/>
                </a:solidFill>
                <a:latin typeface="Bosch Office Sans"/>
              </a:rPr>
              <a:t>Tools: </a:t>
            </a:r>
            <a:r>
              <a:rPr sz="1600" dirty="0" smtClean="0">
                <a:solidFill>
                  <a:srgbClr val="000000"/>
                </a:solidFill>
                <a:latin typeface="Bosch Office Sans"/>
              </a:rPr>
              <a:t>dSPACE </a:t>
            </a:r>
            <a:r>
              <a:rPr sz="1600" dirty="0" err="1">
                <a:solidFill>
                  <a:srgbClr val="000000"/>
                </a:solidFill>
                <a:latin typeface="Bosch Office Sans"/>
              </a:rPr>
              <a:t>H</a:t>
            </a:r>
            <a:r>
              <a:rPr sz="1600" dirty="0" err="1" smtClean="0">
                <a:solidFill>
                  <a:srgbClr val="000000"/>
                </a:solidFill>
                <a:latin typeface="Bosch Office Sans"/>
              </a:rPr>
              <a:t>iL</a:t>
            </a:r>
            <a:r>
              <a:rPr sz="1600" dirty="0" smtClean="0">
                <a:solidFill>
                  <a:srgbClr val="000000"/>
                </a:solidFill>
                <a:latin typeface="Bosch Office Sans"/>
              </a:rPr>
              <a:t>, I/O Box</a:t>
            </a:r>
          </a:p>
        </p:txBody>
      </p:sp>
      <p:sp>
        <p:nvSpPr>
          <p:cNvPr id="10" name="TextBox 9"/>
          <p:cNvSpPr txBox="1"/>
          <p:nvPr>
            <p:custDataLst>
              <p:tags r:id="rId10"/>
            </p:custDataLst>
          </p:nvPr>
        </p:nvSpPr>
        <p:spPr>
          <a:xfrm>
            <a:off x="620793" y="2965126"/>
            <a:ext cx="3424897" cy="861774"/>
          </a:xfrm>
          <a:prstGeom prst="rect">
            <a:avLst/>
          </a:prstGeom>
          <a:noFill/>
        </p:spPr>
        <p:txBody>
          <a:bodyPr wrap="square" rtlCol="0">
            <a:spAutoFit/>
          </a:bodyPr>
          <a:lstStyle/>
          <a:p>
            <a:r>
              <a:rPr sz="1600" b="1" dirty="0" smtClean="0">
                <a:solidFill>
                  <a:srgbClr val="000000"/>
                </a:solidFill>
                <a:latin typeface="Bosch Office Sans"/>
              </a:rPr>
              <a:t>Inputs: </a:t>
            </a:r>
            <a:endParaRPr sz="1600" dirty="0">
              <a:solidFill>
                <a:srgbClr val="000000"/>
              </a:solidFill>
              <a:latin typeface="Bosch Office Sans"/>
            </a:endParaRPr>
          </a:p>
          <a:p>
            <a:pPr marL="285750" indent="-285750">
              <a:buFont typeface="Wingdings" panose="05000000000000000000" pitchFamily="2" charset="2"/>
              <a:buChar char="Ø"/>
            </a:pPr>
            <a:r>
              <a:rPr sz="1600" dirty="0" smtClean="0">
                <a:solidFill>
                  <a:srgbClr val="00B050"/>
                </a:solidFill>
                <a:latin typeface="Bosch Office Sans"/>
              </a:rPr>
              <a:t>System </a:t>
            </a:r>
            <a:r>
              <a:rPr sz="1600" dirty="0">
                <a:solidFill>
                  <a:srgbClr val="00B050"/>
                </a:solidFill>
                <a:latin typeface="Bosch Office Sans"/>
              </a:rPr>
              <a:t>requirements </a:t>
            </a:r>
            <a:r>
              <a:rPr sz="1600" dirty="0">
                <a:solidFill>
                  <a:srgbClr val="FF0000"/>
                </a:solidFill>
                <a:latin typeface="Bosch Office Sans"/>
              </a:rPr>
              <a:t>including verification </a:t>
            </a:r>
            <a:r>
              <a:rPr sz="1600" dirty="0" smtClean="0">
                <a:solidFill>
                  <a:srgbClr val="FF0000"/>
                </a:solidFill>
                <a:latin typeface="Bosch Office Sans"/>
              </a:rPr>
              <a:t>criteria.</a:t>
            </a:r>
            <a:endParaRPr sz="1600" dirty="0">
              <a:solidFill>
                <a:srgbClr val="FF0000"/>
              </a:solidFill>
              <a:latin typeface="Bosch Office Sans"/>
            </a:endParaRPr>
          </a:p>
        </p:txBody>
      </p:sp>
      <p:sp>
        <p:nvSpPr>
          <p:cNvPr id="11" name="TextBox 10"/>
          <p:cNvSpPr txBox="1"/>
          <p:nvPr>
            <p:custDataLst>
              <p:tags r:id="rId11"/>
            </p:custDataLst>
          </p:nvPr>
        </p:nvSpPr>
        <p:spPr>
          <a:xfrm>
            <a:off x="4045690" y="2970437"/>
            <a:ext cx="4601840" cy="2585323"/>
          </a:xfrm>
          <a:prstGeom prst="rect">
            <a:avLst/>
          </a:prstGeom>
          <a:noFill/>
        </p:spPr>
        <p:txBody>
          <a:bodyPr wrap="square" rtlCol="0">
            <a:spAutoFit/>
          </a:bodyPr>
          <a:lstStyle/>
          <a:p>
            <a:r>
              <a:rPr sz="1600" b="1" dirty="0" smtClean="0">
                <a:solidFill>
                  <a:srgbClr val="000000"/>
                </a:solidFill>
                <a:latin typeface="Bosch Office Sans"/>
              </a:rPr>
              <a:t>Outputs:</a:t>
            </a:r>
          </a:p>
          <a:p>
            <a:pPr marL="285750" indent="-285750">
              <a:buFont typeface="Wingdings" panose="05000000000000000000" pitchFamily="2" charset="2"/>
              <a:buChar char="Ø"/>
            </a:pPr>
            <a:r>
              <a:rPr sz="1600" dirty="0">
                <a:solidFill>
                  <a:srgbClr val="000000"/>
                </a:solidFill>
                <a:latin typeface="Bosch Office Sans"/>
              </a:rPr>
              <a:t>System Validation test cases referenced to system requirements</a:t>
            </a:r>
          </a:p>
          <a:p>
            <a:pPr marL="285750" indent="-285750">
              <a:buFont typeface="Wingdings" panose="05000000000000000000" pitchFamily="2" charset="2"/>
              <a:buChar char="Ø"/>
            </a:pPr>
            <a:r>
              <a:rPr sz="1600" dirty="0">
                <a:solidFill>
                  <a:srgbClr val="000000"/>
                </a:solidFill>
                <a:latin typeface="Bosch Office Sans"/>
              </a:rPr>
              <a:t>System Validation test case review report</a:t>
            </a:r>
          </a:p>
          <a:p>
            <a:pPr marL="285750" indent="-285750">
              <a:buFont typeface="Wingdings" panose="05000000000000000000" pitchFamily="2" charset="2"/>
              <a:buChar char="Ø"/>
            </a:pPr>
            <a:r>
              <a:rPr sz="1600" dirty="0">
                <a:solidFill>
                  <a:srgbClr val="000000"/>
                </a:solidFill>
                <a:latin typeface="Bosch Office Sans"/>
              </a:rPr>
              <a:t>System Release Test Plan</a:t>
            </a:r>
          </a:p>
          <a:p>
            <a:pPr marL="285750" indent="-285750">
              <a:buFont typeface="Wingdings" panose="05000000000000000000" pitchFamily="2" charset="2"/>
              <a:buChar char="Ø"/>
            </a:pPr>
            <a:r>
              <a:rPr sz="1600" dirty="0">
                <a:solidFill>
                  <a:srgbClr val="000000"/>
                </a:solidFill>
                <a:latin typeface="Bosch Office Sans"/>
              </a:rPr>
              <a:t>System Validation test records</a:t>
            </a:r>
          </a:p>
          <a:p>
            <a:pPr marL="285750" indent="-285750">
              <a:buFont typeface="Wingdings" panose="05000000000000000000" pitchFamily="2" charset="2"/>
              <a:buChar char="Ø"/>
            </a:pPr>
            <a:r>
              <a:rPr sz="1600" dirty="0">
                <a:solidFill>
                  <a:srgbClr val="000000"/>
                </a:solidFill>
                <a:latin typeface="Bosch Office Sans"/>
              </a:rPr>
              <a:t>Released system with System Release Note for platform projects</a:t>
            </a:r>
          </a:p>
          <a:p>
            <a:pPr marL="285750" indent="-285750">
              <a:buFont typeface="Wingdings" panose="05000000000000000000" pitchFamily="2" charset="2"/>
              <a:buChar char="Ø"/>
            </a:pPr>
            <a:r>
              <a:rPr sz="1600" dirty="0">
                <a:solidFill>
                  <a:srgbClr val="000000"/>
                </a:solidFill>
                <a:latin typeface="Bosch Office Sans"/>
              </a:rPr>
              <a:t>Released system with Customer Delivery Letter for customer projects</a:t>
            </a:r>
            <a:endParaRPr sz="1600" dirty="0" smtClean="0">
              <a:solidFill>
                <a:srgbClr val="000000"/>
              </a:solidFill>
              <a:latin typeface="Bosch Office Sans"/>
            </a:endParaRPr>
          </a:p>
        </p:txBody>
      </p:sp>
    </p:spTree>
    <p:custDataLst>
      <p:tags r:id="rId1"/>
    </p:custDataLst>
    <p:extLst>
      <p:ext uri="{BB962C8B-B14F-4D97-AF65-F5344CB8AC3E}">
        <p14:creationId xmlns:p14="http://schemas.microsoft.com/office/powerpoint/2010/main" val="680777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custDataLst>
              <p:tags r:id="rId2"/>
            </p:custDataLst>
          </p:nvPr>
        </p:nvSpPr>
        <p:spPr>
          <a:xfrm>
            <a:off x="259080" y="259080"/>
            <a:ext cx="10452100" cy="38862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rtlCol="0" anchor="t">
            <a:noAutofit/>
          </a:bodyPr>
          <a:lstStyle/>
          <a:p>
            <a:pPr marR="0" defTabSz="914400" eaLnBrk="1" fontAlgn="auto" latinLnBrk="0" hangingPunct="1">
              <a:lnSpc>
                <a:spcPct val="89000"/>
              </a:lnSpc>
              <a:spcBef>
                <a:spcPts val="0"/>
              </a:spcBef>
              <a:spcAft>
                <a:spcPts val="0"/>
              </a:spcAft>
              <a:buClrTx/>
              <a:buSzTx/>
              <a:buFontTx/>
              <a:buNone/>
              <a:tabLst/>
            </a:pPr>
            <a:r>
              <a:rPr kumimoji="0" lang="en-US" sz="2800" b="0" i="0" u="none" strike="noStrike" kern="0" cap="none" normalizeH="0" baseline="0" noProof="0" smtClean="0">
                <a:ln>
                  <a:noFill/>
                </a:ln>
                <a:effectLst/>
                <a:uLnTx/>
                <a:uFillTx/>
              </a:rPr>
              <a:t>Automotive Software Testing Life Cycle (V-Model)</a:t>
            </a:r>
            <a:endParaRPr kumimoji="0" lang="en-US" sz="2800" b="0" i="0" u="none" strike="noStrike" kern="0" cap="none" normalizeH="0" baseline="0" noProof="0" dirty="0" smtClean="0">
              <a:ln>
                <a:noFill/>
              </a:ln>
              <a:effectLst/>
              <a:uLnTx/>
              <a:uFillTx/>
            </a:endParaRPr>
          </a:p>
        </p:txBody>
      </p:sp>
      <p:sp>
        <p:nvSpPr>
          <p:cNvPr id="7" name="Rectangle 6"/>
          <p:cNvSpPr>
            <a:spLocks/>
          </p:cNvSpPr>
          <p:nvPr>
            <p:custDataLst>
              <p:tags r:id="rId3"/>
            </p:custDataLst>
          </p:nvPr>
        </p:nvSpPr>
        <p:spPr>
          <a:xfrm>
            <a:off x="593090" y="5643880"/>
            <a:ext cx="9152890" cy="1079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1" strike="noStrike" kern="0" cap="none" normalizeH="0" baseline="0" noProof="0" smtClean="0">
                <a:ln>
                  <a:noFill/>
                </a:ln>
                <a:solidFill>
                  <a:srgbClr val="D70012"/>
                </a:solidFill>
                <a:effectLst/>
                <a:uLnTx/>
                <a:uFillTx/>
                <a:latin typeface="Bosch Office Sans"/>
                <a:ea typeface="+mn-ea"/>
                <a:cs typeface="+mn-cs"/>
              </a:rPr>
              <a:t>Internal </a:t>
            </a:r>
            <a:r>
              <a:rPr kumimoji="0" lang="en-US" sz="600" strike="noStrike" kern="0" cap="none" normalizeH="0" baseline="0" noProof="0" smtClean="0">
                <a:ln>
                  <a:noFill/>
                </a:ln>
                <a:solidFill>
                  <a:srgbClr val="000000"/>
                </a:solidFill>
                <a:effectLst/>
                <a:uLnTx/>
                <a:uFillTx/>
                <a:ea typeface="+mn-ea"/>
                <a:cs typeface="+mn-cs"/>
              </a:rPr>
              <a:t>| RBVH/ENG32 Hoang Lan Huong | 8/8/2017</a:t>
            </a:r>
            <a:endParaRPr kumimoji="0" lang="en-US" sz="600" strike="noStrike" kern="0" cap="none" normalizeH="0" baseline="0" noProof="0" dirty="0" smtClean="0">
              <a:ln>
                <a:noFill/>
              </a:ln>
              <a:solidFill>
                <a:srgbClr val="000000"/>
              </a:solidFill>
              <a:effectLst/>
              <a:uLnTx/>
              <a:uFillTx/>
              <a:ea typeface="+mn-ea"/>
              <a:cs typeface="+mn-cs"/>
            </a:endParaRPr>
          </a:p>
        </p:txBody>
      </p:sp>
      <p:sp>
        <p:nvSpPr>
          <p:cNvPr id="6" name="Rectangle 5"/>
          <p:cNvSpPr>
            <a:spLocks/>
          </p:cNvSpPr>
          <p:nvPr>
            <p:custDataLst>
              <p:tags r:id="rId4"/>
            </p:custDataLst>
          </p:nvPr>
        </p:nvSpPr>
        <p:spPr>
          <a:xfrm>
            <a:off x="593090" y="5758180"/>
            <a:ext cx="9152890" cy="21590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rtlCol="0" anchor="t"/>
          <a:lstStyle/>
          <a:p>
            <a:pPr marL="0" marR="0" indent="0" defTabSz="914400" eaLnBrk="1" fontAlgn="auto" latinLnBrk="0" hangingPunct="1">
              <a:lnSpc>
                <a:spcPct val="107000"/>
              </a:lnSpc>
              <a:spcBef>
                <a:spcPts val="0"/>
              </a:spcBef>
              <a:spcAft>
                <a:spcPts val="100"/>
              </a:spcAft>
              <a:buClrTx/>
              <a:buSzTx/>
              <a:buFontTx/>
              <a:buNone/>
              <a:tabLst/>
            </a:pPr>
            <a:r>
              <a:rPr kumimoji="0" lang="en-US" sz="600" b="0" i="0" u="none" strike="noStrike" kern="0" cap="none" normalizeH="0" baseline="0" noProof="0" smtClean="0">
                <a:ln>
                  <a:noFill/>
                </a:ln>
                <a:solidFill>
                  <a:srgbClr val="B2B3B5"/>
                </a:solidFill>
                <a:effectLst/>
                <a:uLnTx/>
                <a:uFillTx/>
                <a:latin typeface="Bosch Office Sans"/>
                <a:ea typeface="+mn-ea"/>
                <a:cs typeface="+mn-cs"/>
              </a:rPr>
              <a:t>© Robert Bosch Engineering and Business Solutions Vietnam Company Limited 2017. All rights reserved, also regarding any disposal, exploitation, reproduction, editing, distribution, as well as in the event of applications for industrial property rights.</a:t>
            </a:r>
            <a:endParaRPr kumimoji="0" lang="en-US" sz="600" b="0" i="0" u="none" strike="noStrike" kern="0" cap="none" normalizeH="0" baseline="0" noProof="0" dirty="0" smtClean="0">
              <a:ln>
                <a:noFill/>
              </a:ln>
              <a:solidFill>
                <a:srgbClr val="B2B3B5"/>
              </a:solidFill>
              <a:effectLst/>
              <a:uLnTx/>
              <a:uFillTx/>
              <a:latin typeface="Bosch Office Sans"/>
              <a:ea typeface="+mn-ea"/>
              <a:cs typeface="+mn-cs"/>
            </a:endParaRPr>
          </a:p>
        </p:txBody>
      </p:sp>
      <p:sp>
        <p:nvSpPr>
          <p:cNvPr id="5" name="Rectangle 4"/>
          <p:cNvSpPr>
            <a:spLocks/>
          </p:cNvSpPr>
          <p:nvPr>
            <p:custDataLst>
              <p:tags r:id="rId5"/>
            </p:custDataLst>
          </p:nvPr>
        </p:nvSpPr>
        <p:spPr>
          <a:xfrm>
            <a:off x="266700" y="5628640"/>
            <a:ext cx="288290" cy="41021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rtlCol="0" anchor="t"/>
          <a:lstStyle/>
          <a:p>
            <a:pPr marL="0" marR="0" indent="0" defTabSz="914400" eaLnBrk="1" fontAlgn="auto" latinLnBrk="0" hangingPunct="1">
              <a:spcBef>
                <a:spcPts val="0"/>
              </a:spcBef>
              <a:spcAft>
                <a:spcPts val="0"/>
              </a:spcAft>
              <a:buClrTx/>
              <a:buSzTx/>
              <a:buFontTx/>
              <a:buNone/>
              <a:tabLst/>
            </a:pPr>
            <a:r>
              <a:rPr kumimoji="0" lang="en-US" sz="1200" b="0" i="0" u="none" strike="noStrike" kern="0" cap="none" normalizeH="0" baseline="0" noProof="0" smtClean="0">
                <a:ln>
                  <a:noFill/>
                </a:ln>
                <a:solidFill>
                  <a:srgbClr val="999FA6"/>
                </a:solidFill>
                <a:effectLst/>
                <a:uLnTx/>
                <a:uFillTx/>
                <a:latin typeface="Bosch Office Sans"/>
                <a:ea typeface="+mn-ea"/>
                <a:cs typeface="+mn-cs"/>
              </a:rPr>
              <a:t>21</a:t>
            </a:r>
            <a:endParaRPr kumimoji="0" lang="en-US" sz="1200" b="0" i="0" u="none" strike="noStrike" kern="0" cap="none" normalizeH="0" baseline="0" noProof="0" dirty="0" smtClean="0">
              <a:ln>
                <a:noFill/>
              </a:ln>
              <a:solidFill>
                <a:srgbClr val="999FA6"/>
              </a:solidFill>
              <a:effectLst/>
              <a:uLnTx/>
              <a:uFillTx/>
              <a:latin typeface="Bosch Office Sans"/>
              <a:ea typeface="+mn-ea"/>
              <a:cs typeface="+mn-cs"/>
            </a:endParaRPr>
          </a:p>
        </p:txBody>
      </p:sp>
      <p:sp>
        <p:nvSpPr>
          <p:cNvPr id="4" name="Rectangle 3"/>
          <p:cNvSpPr>
            <a:spLocks/>
          </p:cNvSpPr>
          <p:nvPr>
            <p:custDataLst>
              <p:tags r:id="rId6"/>
            </p:custDataLst>
          </p:nvPr>
        </p:nvSpPr>
        <p:spPr>
          <a:xfrm>
            <a:off x="9224010" y="259080"/>
            <a:ext cx="1691640" cy="77724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3F136C"/>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17780" rIns="0" bIns="0" rtlCol="0" anchor="t">
            <a:normAutofit/>
          </a:bodyPr>
          <a:lstStyle/>
          <a:p>
            <a:pPr marL="0" marR="0" indent="0" defTabSz="914400" eaLnBrk="1" fontAlgn="auto" latinLnBrk="0" hangingPunct="1">
              <a:lnSpc>
                <a:spcPts val="900"/>
              </a:lnSpc>
              <a:spcBef>
                <a:spcPts val="0"/>
              </a:spcBef>
              <a:spcAft>
                <a:spcPts val="0"/>
              </a:spcAft>
              <a:buClrTx/>
              <a:buSzTx/>
              <a:buFontTx/>
              <a:buNone/>
              <a:tabLst/>
            </a:pPr>
            <a:endParaRPr kumimoji="0" lang="en-US" sz="550" b="0" i="0" u="none" strike="noStrike" kern="0" cap="none" normalizeH="0" baseline="0" noProof="0" dirty="0" smtClean="0">
              <a:ln>
                <a:noFill/>
              </a:ln>
              <a:effectLst/>
              <a:uLnTx/>
              <a:uFillTx/>
              <a:latin typeface="Bosch Office Sans"/>
              <a:ea typeface="+mn-ea"/>
              <a:cs typeface="+mn-cs"/>
            </a:endParaRPr>
          </a:p>
        </p:txBody>
      </p:sp>
      <p:sp>
        <p:nvSpPr>
          <p:cNvPr id="3" name="TextBox 2" hidden="1"/>
          <p:cNvSpPr txBox="1"/>
          <p:nvPr>
            <p:custDataLst>
              <p:tags r:id="rId7"/>
            </p:custDataLst>
          </p:nvPr>
        </p:nvSpPr>
        <p:spPr>
          <a:xfrm>
            <a:off x="0" y="5975350"/>
            <a:ext cx="0" cy="0"/>
          </a:xfrm>
          <a:prstGeom prst="rect">
            <a:avLst/>
          </a:prstGeom>
          <a:noFill/>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rtlCol="0" anchor="t">
            <a:noAutofit/>
          </a:bodyPr>
          <a:lstStyle/>
          <a:p>
            <a:pPr marR="0" defTabSz="914400" eaLnBrk="1" fontAlgn="auto" latinLnBrk="0" hangingPunct="1">
              <a:lnSpc>
                <a:spcPts val="2300"/>
              </a:lnSpc>
              <a:spcBef>
                <a:spcPts val="0"/>
              </a:spcBef>
              <a:spcAft>
                <a:spcPts val="0"/>
              </a:spcAft>
              <a:buClrTx/>
              <a:buSzTx/>
              <a:buFontTx/>
              <a:buNone/>
              <a:tabLst/>
            </a:pPr>
            <a:endParaRPr kumimoji="0" lang="en-US" sz="1300" b="0" i="0" u="none" strike="noStrike" kern="0" cap="none" normalizeH="0" baseline="0" noProof="0" dirty="0" smtClean="0">
              <a:ln>
                <a:noFill/>
              </a:ln>
              <a:effectLst/>
              <a:uLnTx/>
              <a:uFillTx/>
            </a:endParaRPr>
          </a:p>
        </p:txBody>
      </p:sp>
      <p:sp>
        <p:nvSpPr>
          <p:cNvPr id="2" name="Title 1"/>
          <p:cNvSpPr>
            <a:spLocks noGrp="1"/>
          </p:cNvSpPr>
          <p:nvPr>
            <p:ph type="title"/>
            <p:custDataLst>
              <p:tags r:id="rId8"/>
            </p:custDataLst>
          </p:nvPr>
        </p:nvSpPr>
        <p:spPr>
          <a:xfrm>
            <a:off x="259080" y="647700"/>
            <a:ext cx="10452100" cy="388620"/>
          </a:xfr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nchor="t">
            <a:noAutofit/>
          </a:bodyPr>
          <a:lstStyle/>
          <a:p>
            <a:pPr>
              <a:lnSpc>
                <a:spcPct val="89000"/>
              </a:lnSpc>
              <a:spcBef>
                <a:spcPts val="0"/>
              </a:spcBef>
            </a:pPr>
            <a:r>
              <a:rPr lang="en-US" sz="2800" dirty="0" smtClean="0">
                <a:solidFill>
                  <a:srgbClr val="A80163"/>
                </a:solidFill>
              </a:rPr>
              <a:t>Test Incident Report</a:t>
            </a:r>
            <a:endParaRPr lang="en-US" sz="2800" dirty="0">
              <a:solidFill>
                <a:srgbClr val="A80163"/>
              </a:solidFill>
            </a:endParaRPr>
          </a:p>
        </p:txBody>
      </p:sp>
      <p:sp>
        <p:nvSpPr>
          <p:cNvPr id="9" name="Text Box 11"/>
          <p:cNvSpPr txBox="1">
            <a:spLocks noChangeArrowheads="1"/>
          </p:cNvSpPr>
          <p:nvPr>
            <p:custDataLst>
              <p:tags r:id="rId9"/>
            </p:custDataLst>
          </p:nvPr>
        </p:nvSpPr>
        <p:spPr bwMode="auto">
          <a:xfrm>
            <a:off x="522288" y="1790700"/>
            <a:ext cx="3927475" cy="193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12700" rIns="0" bIns="0">
            <a:spAutoFit/>
          </a:bodyPr>
          <a:lstStyle>
            <a:lvl1pPr>
              <a:lnSpc>
                <a:spcPct val="111000"/>
              </a:lnSpc>
              <a:buClr>
                <a:srgbClr val="425C8F"/>
              </a:buClr>
              <a:buSzPct val="65000"/>
              <a:buFont typeface="Wingdings" panose="05000000000000000000" pitchFamily="2" charset="2"/>
              <a:buChar char="è"/>
              <a:tabLst>
                <a:tab pos="314325" algn="l"/>
                <a:tab pos="361950" algn="l"/>
              </a:tabLst>
              <a:defRPr>
                <a:solidFill>
                  <a:schemeClr val="tx1"/>
                </a:solidFill>
                <a:latin typeface="Arial" panose="020B0604020202020204" pitchFamily="34" charset="0"/>
              </a:defRPr>
            </a:lvl1pPr>
            <a:lvl2pPr marL="609600" indent="-190500">
              <a:lnSpc>
                <a:spcPct val="111000"/>
              </a:lnSpc>
              <a:buClr>
                <a:srgbClr val="425C8F"/>
              </a:buClr>
              <a:buSzPct val="50000"/>
              <a:buFont typeface="Wingdings" panose="05000000000000000000" pitchFamily="2" charset="2"/>
              <a:buChar char=""/>
              <a:tabLst>
                <a:tab pos="314325" algn="l"/>
                <a:tab pos="361950" algn="l"/>
              </a:tabLst>
              <a:defRPr>
                <a:solidFill>
                  <a:schemeClr val="tx1"/>
                </a:solidFill>
                <a:latin typeface="Arial" panose="020B0604020202020204" pitchFamily="34" charset="0"/>
              </a:defRPr>
            </a:lvl2pPr>
            <a:lvl3pPr indent="-190500">
              <a:lnSpc>
                <a:spcPct val="111000"/>
              </a:lnSpc>
              <a:buClr>
                <a:srgbClr val="425C8F"/>
              </a:buClr>
              <a:buSzPct val="50000"/>
              <a:buFont typeface="Wingdings" panose="05000000000000000000" pitchFamily="2" charset="2"/>
              <a:buChar char=""/>
              <a:tabLst>
                <a:tab pos="314325" algn="l"/>
                <a:tab pos="361950" algn="l"/>
              </a:tabLst>
              <a:defRPr>
                <a:solidFill>
                  <a:schemeClr val="tx1"/>
                </a:solidFill>
                <a:latin typeface="Arial" panose="020B0604020202020204" pitchFamily="34" charset="0"/>
              </a:defRPr>
            </a:lvl3pPr>
            <a:lvl4pPr marL="1219200" indent="-190500">
              <a:lnSpc>
                <a:spcPct val="111000"/>
              </a:lnSpc>
              <a:buClr>
                <a:srgbClr val="425C8F"/>
              </a:buClr>
              <a:buSzPct val="50000"/>
              <a:buFont typeface="Wingdings" panose="05000000000000000000" pitchFamily="2" charset="2"/>
              <a:buChar char=""/>
              <a:tabLst>
                <a:tab pos="314325" algn="l"/>
                <a:tab pos="361950" algn="l"/>
              </a:tabLst>
              <a:defRPr>
                <a:solidFill>
                  <a:schemeClr val="tx1"/>
                </a:solidFill>
                <a:latin typeface="Arial" panose="020B0604020202020204" pitchFamily="34" charset="0"/>
              </a:defRPr>
            </a:lvl4pPr>
            <a:lvl5pPr marL="1524000" indent="-190500">
              <a:lnSpc>
                <a:spcPct val="111000"/>
              </a:lnSpc>
              <a:buClr>
                <a:srgbClr val="425C8F"/>
              </a:buClr>
              <a:buSzPct val="50000"/>
              <a:buFont typeface="Wingdings" panose="05000000000000000000" pitchFamily="2" charset="2"/>
              <a:buChar char=""/>
              <a:tabLst>
                <a:tab pos="314325" algn="l"/>
                <a:tab pos="361950" algn="l"/>
              </a:tabLst>
              <a:defRPr>
                <a:solidFill>
                  <a:schemeClr val="tx1"/>
                </a:solidFill>
                <a:latin typeface="Arial" panose="020B0604020202020204" pitchFamily="34" charset="0"/>
              </a:defRPr>
            </a:lvl5pPr>
            <a:lvl6pPr marL="19812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tabLst>
                <a:tab pos="314325" algn="l"/>
                <a:tab pos="361950" algn="l"/>
              </a:tabLst>
              <a:defRPr>
                <a:solidFill>
                  <a:schemeClr val="tx1"/>
                </a:solidFill>
                <a:latin typeface="Arial" panose="020B0604020202020204" pitchFamily="34" charset="0"/>
              </a:defRPr>
            </a:lvl6pPr>
            <a:lvl7pPr marL="24384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tabLst>
                <a:tab pos="314325" algn="l"/>
                <a:tab pos="361950" algn="l"/>
              </a:tabLst>
              <a:defRPr>
                <a:solidFill>
                  <a:schemeClr val="tx1"/>
                </a:solidFill>
                <a:latin typeface="Arial" panose="020B0604020202020204" pitchFamily="34" charset="0"/>
              </a:defRPr>
            </a:lvl7pPr>
            <a:lvl8pPr marL="28956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tabLst>
                <a:tab pos="314325" algn="l"/>
                <a:tab pos="361950" algn="l"/>
              </a:tabLst>
              <a:defRPr>
                <a:solidFill>
                  <a:schemeClr val="tx1"/>
                </a:solidFill>
                <a:latin typeface="Arial" panose="020B0604020202020204" pitchFamily="34" charset="0"/>
              </a:defRPr>
            </a:lvl8pPr>
            <a:lvl9pPr marL="3352800" indent="-190500" eaLnBrk="0" fontAlgn="base" hangingPunct="0">
              <a:lnSpc>
                <a:spcPct val="111000"/>
              </a:lnSpc>
              <a:spcBef>
                <a:spcPct val="0"/>
              </a:spcBef>
              <a:spcAft>
                <a:spcPct val="0"/>
              </a:spcAft>
              <a:buClr>
                <a:srgbClr val="425C8F"/>
              </a:buClr>
              <a:buSzPct val="50000"/>
              <a:buFont typeface="Wingdings" panose="05000000000000000000" pitchFamily="2" charset="2"/>
              <a:buChar char=""/>
              <a:tabLst>
                <a:tab pos="314325" algn="l"/>
                <a:tab pos="361950" algn="l"/>
              </a:tabLst>
              <a:defRPr>
                <a:solidFill>
                  <a:schemeClr val="tx1"/>
                </a:solidFill>
                <a:latin typeface="Arial" panose="020B0604020202020204" pitchFamily="34" charset="0"/>
              </a:defRPr>
            </a:lvl9pPr>
          </a:lstStyle>
          <a:p>
            <a:pPr eaLnBrk="1" hangingPunct="1">
              <a:lnSpc>
                <a:spcPct val="100000"/>
              </a:lnSpc>
              <a:buClr>
                <a:schemeClr val="hlink"/>
              </a:buClr>
              <a:buSzTx/>
            </a:pPr>
            <a:r>
              <a:rPr lang="en-GB" altLang="en-US" dirty="0">
                <a:latin typeface="Bosch Office Sans" pitchFamily="2" charset="0"/>
              </a:rPr>
              <a:t> renaming of Defect to Test Incident </a:t>
            </a:r>
          </a:p>
          <a:p>
            <a:pPr eaLnBrk="1" hangingPunct="1">
              <a:lnSpc>
                <a:spcPct val="100000"/>
              </a:lnSpc>
              <a:buClr>
                <a:schemeClr val="hlink"/>
              </a:buClr>
              <a:buSzTx/>
              <a:buFont typeface="Wingdings" panose="05000000000000000000" pitchFamily="2" charset="2"/>
              <a:buNone/>
            </a:pPr>
            <a:r>
              <a:rPr lang="en-GB" altLang="en-US" dirty="0">
                <a:latin typeface="Bosch Office Sans" pitchFamily="2" charset="0"/>
              </a:rPr>
              <a:t>	Report</a:t>
            </a:r>
          </a:p>
          <a:p>
            <a:pPr eaLnBrk="1" hangingPunct="1">
              <a:lnSpc>
                <a:spcPct val="100000"/>
              </a:lnSpc>
              <a:buClr>
                <a:schemeClr val="hlink"/>
              </a:buClr>
              <a:buSzTx/>
            </a:pPr>
            <a:endParaRPr lang="en-GB" altLang="en-US" dirty="0">
              <a:latin typeface="Bosch Office Sans" pitchFamily="2" charset="0"/>
            </a:endParaRPr>
          </a:p>
          <a:p>
            <a:pPr eaLnBrk="1" hangingPunct="1">
              <a:lnSpc>
                <a:spcPct val="100000"/>
              </a:lnSpc>
              <a:buClr>
                <a:schemeClr val="hlink"/>
              </a:buClr>
              <a:buSzTx/>
            </a:pPr>
            <a:r>
              <a:rPr lang="en-GB" altLang="en-US" dirty="0">
                <a:latin typeface="Bosch Office Sans" pitchFamily="2" charset="0"/>
              </a:rPr>
              <a:t> not allowed to set to invalid</a:t>
            </a:r>
          </a:p>
          <a:p>
            <a:pPr eaLnBrk="1" hangingPunct="1">
              <a:lnSpc>
                <a:spcPct val="100000"/>
              </a:lnSpc>
              <a:buClr>
                <a:schemeClr val="hlink"/>
              </a:buClr>
              <a:buSzTx/>
            </a:pPr>
            <a:endParaRPr lang="en-GB" altLang="en-US" dirty="0">
              <a:latin typeface="Bosch Office Sans" pitchFamily="2" charset="0"/>
            </a:endParaRPr>
          </a:p>
          <a:p>
            <a:pPr eaLnBrk="1" hangingPunct="1">
              <a:lnSpc>
                <a:spcPct val="100000"/>
              </a:lnSpc>
              <a:buClr>
                <a:schemeClr val="hlink"/>
              </a:buClr>
              <a:buSzTx/>
            </a:pPr>
            <a:r>
              <a:rPr lang="en-GB" altLang="en-US" dirty="0">
                <a:latin typeface="Bosch Office Sans" pitchFamily="2" charset="0"/>
              </a:rPr>
              <a:t> instead forward it to some other </a:t>
            </a:r>
          </a:p>
          <a:p>
            <a:pPr eaLnBrk="1" hangingPunct="1">
              <a:lnSpc>
                <a:spcPct val="100000"/>
              </a:lnSpc>
              <a:buClr>
                <a:schemeClr val="hlink"/>
              </a:buClr>
              <a:buSzTx/>
              <a:buFont typeface="Wingdings" panose="05000000000000000000" pitchFamily="2" charset="2"/>
              <a:buNone/>
            </a:pPr>
            <a:r>
              <a:rPr lang="en-GB" altLang="en-US" dirty="0">
                <a:latin typeface="Bosch Office Sans" pitchFamily="2" charset="0"/>
              </a:rPr>
              <a:t>	responsible</a:t>
            </a:r>
          </a:p>
        </p:txBody>
      </p:sp>
      <p:pic>
        <p:nvPicPr>
          <p:cNvPr id="10" name="Picture 12"/>
          <p:cNvPicPr>
            <a:picLocks noChangeAspect="1" noChangeArrowheads="1"/>
          </p:cNvPicPr>
          <p:nvPr>
            <p:custDataLst>
              <p:tags r:id="rId10"/>
            </p:custDataLst>
          </p:nvPr>
        </p:nvPicPr>
        <p:blipFill>
          <a:blip r:embed="rId12">
            <a:extLst>
              <a:ext uri="{28A0092B-C50C-407E-A947-70E740481C1C}">
                <a14:useLocalDpi xmlns:a14="http://schemas.microsoft.com/office/drawing/2010/main" val="0"/>
              </a:ext>
            </a:extLst>
          </a:blip>
          <a:srcRect/>
          <a:stretch>
            <a:fillRect/>
          </a:stretch>
        </p:blipFill>
        <p:spPr bwMode="auto">
          <a:xfrm>
            <a:off x="5027613" y="1501775"/>
            <a:ext cx="3343275" cy="334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ustDataLst>
      <p:tags r:id="rId1"/>
    </p:custDataLst>
    <p:extLst>
      <p:ext uri="{BB962C8B-B14F-4D97-AF65-F5344CB8AC3E}">
        <p14:creationId xmlns:p14="http://schemas.microsoft.com/office/powerpoint/2010/main" val="5075373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LI" val="1"/>
  <p:tag name="LAYOUTLANGUAGE" val="1033"/>
  <p:tag name="CFG.LAYOUT" val="BOSCH2"/>
  <p:tag name="CFG.CUSTOMERVERSION" val="9"/>
  <p:tag name="ML_1" val="RBVH_Hc1"/>
  <p:tag name="ML_2" val="Bosch2.mcr"/>
  <p:tag name="ML_LAYOUT_RESOURCE" val="BOSCH2_16_9.mcr"/>
  <p:tag name="FIELD.DATE.CONTENT" val="8/8/2017"/>
  <p:tag name="FIELD.DATE.VALUE" val="8/8/2017"/>
  <p:tag name="FIELD.CONF.SUFFIX.CONTENT" val="\n | "/>
  <p:tag name="FIELD.REM_ABL.SUFFIX.CONTENT" val="&#10;\n"/>
  <p:tag name="FIELD.COPY.CONTENT" val="© Robert Bosch Engineering and Business Solutions Vietnam Company Limited 2017. All rights reserved, also regarding any disposal, exploitation, reproduction, editing, distribution, as well as in the event of applications for industrial property rights."/>
  <p:tag name="FIELD.COPY.VALUE" val="© Robert Bosch Engineering and Business Solutions Vietnam Company Limited 2017. All rights reserved, also regarding any disposal, exploitation, reproduction, editing, distribution, as well as in the event of applications for industrial property rights."/>
  <p:tag name="FIELD.COPY.COMBOINDEX" val="0"/>
  <p:tag name="FIELD.BGROUP.SUFFIX.CONTENT" val=" | "/>
  <p:tag name="FIELD.BGROUP.COMBOINDEX" val="0"/>
  <p:tag name="FIELD.DPT.SUFFIX.CONTENT" val=" | "/>
  <p:tag name="MIWBCLNT.HOMEURL" val="C:\Program Files (x86)\eForms\FB\portal_index.htm"/>
  <p:tag name="FIELDS.INITIALIZED" val="1"/>
  <p:tag name="FIELD.DATE.COMBOINDEX" val="-2"/>
  <p:tag name="FIELD.CONF.CONTENT" val="Internal "/>
  <p:tag name="FIELD.CONF.VALUE" val="Internal \n | "/>
  <p:tag name="FIELD.CONF.COMBOINDEX" val="1"/>
  <p:tag name="FIELD.REM_ABL.COMBOINDEX" val="-2"/>
  <p:tag name="FIELD.CHAPTER.CONTENT" val="Automotive Software Testing Life Cycle (V-Model)"/>
  <p:tag name="FIELD.CHAPTER.VALUE" val="Automotive Software Testing Life Cycle (V-Model)"/>
  <p:tag name="FIELD.CHAPTER.COMBOINDEX" val="-2"/>
  <p:tag name="FIELD.REM_ANL.COMBOINDEX" val="-2"/>
  <p:tag name="FIELD.DPT.CONTENT" val="RBVH/ENG32 Hoang Lan Huong"/>
  <p:tag name="FIELD.DPT.VALUE" val="RBVH/ENG32 Hoang Lan Huong | "/>
  <p:tag name="FIELD.DPT.COMBOINDEX" val="-2"/>
  <p:tag name="CONFIG" val="BOSCH2"/>
  <p:tag name="CFG.VERSION" val="0"/>
  <p:tag name="CFG.LAYOUTID" val="Bosch Layout 16:9 (new colored style)"/>
  <p:tag name="CFG.LAYOUTRES" val="BOSCH2_16_9"/>
  <p:tag name="MAPNAME" val="Map1"/>
  <p:tag name="LICENSEKEY" val="46504b9e-b1c9-48ed-967f-a36de42ae84b"/>
  <p:tag name="TITLEMASTERMASTERNAME" val="TitleSlide"/>
  <p:tag name="TITLEMASTERSHAPESETGROUPCLASSNAME" val="ShapeSetGroup1"/>
  <p:tag name="TITLEMASTERCOLORSETGROUPCLASSNAME" val="ColorSetGroup1"/>
  <p:tag name="TITLEMASTERFONTSETGROUPCLASSNAME" val="FontSetGroup1"/>
  <p:tag name="TITLEMASTERSTYLESETGROUPCLASSNAME" val="StyleSetGroup1"/>
  <p:tag name="TITLEMASTERMODIFIED" val="1"/>
  <p:tag name="SLIDEMASTERMASTERNAME" val="Slide"/>
  <p:tag name="SLIDEMASTERSHAPESETGROUPCLASSNAME" val="ShapeSetGroup1"/>
  <p:tag name="SLIDEMASTERCOLORSETGROUPCLASSNAME" val="ColorSetGroup1"/>
  <p:tag name="SLIDEMASTERFONTSETGROUPCLASSNAME" val="FontSetGroup1"/>
  <p:tag name="SLIDEMASTERSTYLESETGROUPCLASSNAME" val="StyleSetGroup1"/>
  <p:tag name="SLIDEMASTERMODIFIED" val="1"/>
</p:tagLst>
</file>

<file path=ppt/tags/tag2.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SHAPESETGROUPCLASSNAME" val="ShapeSetGroup1"/>
  <p:tag name="SHAPESETCLASSNAME" val="Slide"/>
  <p:tag name="COLORSETGROUPCLASSNAME" val="ColorSetGroup1"/>
  <p:tag name="FONTSETGROUPCLASSNAME" val="FontSetGroup1"/>
  <p:tag name="SHAPECLASSFILE" val="BoschLogo2016.emf"/>
  <p:tag name="MLI" val="1"/>
  <p:tag name="SHAPECLASSNAME" val="LogoOnSlides"/>
  <p:tag name="SHAPECLASSPROTECTIONTYPE" val="15"/>
</p:tagLst>
</file>

<file path=ppt/tags/tag3.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SHAPESETGROUPCLASSNAME" val="ShapeSetGroup1"/>
  <p:tag name="SHAPESETCLASSNAME" val="Slide"/>
  <p:tag name="COLORSETGROUPCLASSNAME" val="ColorSetGroup1"/>
  <p:tag name="FONTSETGROUPCLASSNAME" val="FontSetGroup1"/>
  <p:tag name="SHAPECLASSFILE" val="Bosch-Supergraphic-Bottom-16-9.png"/>
  <p:tag name="MLI" val="1"/>
  <p:tag name="SHAPECLASSNAME" val="ColorBarOnSlides"/>
  <p:tag name="SHAPECLASSPROTECTIONTYPE" val="15"/>
</p:tagLst>
</file>

<file path=ppt/tags/tag4.xml><?xml version="1.0" encoding="utf-8"?>
<p:tagLst xmlns:a="http://schemas.openxmlformats.org/drawingml/2006/main" xmlns:r="http://schemas.openxmlformats.org/officeDocument/2006/relationships" xmlns:p="http://schemas.openxmlformats.org/presentationml/2006/main">
  <p:tag name="FONT" val="Disguised"/>
  <p:tag name="FONTSETCLASSNAME" val="FontSet1"/>
  <p:tag name="COLORS" val="-2;-2;-2;-2;-2;-2"/>
  <p:tag name="COLORSETCLASSNAME" val="ColorSet1"/>
  <p:tag name="MLI" val="1"/>
  <p:tag name="SHAPESETGROUPCLASSNAME" val="ShapeSetGroup1"/>
  <p:tag name="SHAPESETCLASSNAME" val="TitleSlide"/>
  <p:tag name="COLORSETGROUPCLASSNAME" val="ColorSetGroup1"/>
  <p:tag name="FONTSETGROUPCLASSNAME" val="FontSetGroup1"/>
  <p:tag name="SHAPECLASSNAME" val="HiddenSubtitle"/>
  <p:tag name="SHAPECLASSPROTECTIONTYPE" val="0"/>
  <p:tag name="ML_SENDTOBACK" val=" 1"/>
</p:tagLst>
</file>

<file path=ppt/tags/tag5.xml><?xml version="1.0" encoding="utf-8"?>
<p:tagLst xmlns:a="http://schemas.openxmlformats.org/drawingml/2006/main" xmlns:r="http://schemas.openxmlformats.org/officeDocument/2006/relationships" xmlns:p="http://schemas.openxmlformats.org/presentationml/2006/main">
  <p:tag name="FONT" val="Reg80"/>
  <p:tag name="FONTSETCLASSNAME" val="FontSet1"/>
  <p:tag name="COLORS" val="-2;-2;-2;-2;White;-2"/>
  <p:tag name="COLORSETCLASSNAME" val="ColorSet1"/>
  <p:tag name="MLI" val="1"/>
  <p:tag name="SHAPESETGROUPCLASSNAME" val="ShapeSetGroup1"/>
  <p:tag name="SHAPESETCLASSNAME" val="TitleSlide"/>
  <p:tag name="COLORSETGROUPCLASSNAME" val="ColorSetGroup1"/>
  <p:tag name="FONTSETGROUPCLASSNAME" val="FontSetGroup1"/>
  <p:tag name="SHAPECLASSNAME" val="TitleOnTitleSlides"/>
  <p:tag name="SHAPECLASSPROTECTIONTYPE" val="3"/>
</p:tagLst>
</file>

<file path=ppt/tags/tag6.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Supergraphic1"/>
  <p:tag name="COLORSETGROUPCLASSNAME" val="ColorSetGroup1"/>
  <p:tag name="COLORSETCLASSNAME" val="ColorSet2"/>
  <p:tag name="FONTSETGROUPCLASSNAME" val="FontSetGroup1"/>
  <p:tag name="STYLESETGROUPCLASSNAME" val="StyleSetGroup1"/>
  <p:tag name="MAPNAME" val="Map1"/>
  <p:tag name="CFG.LAYOUT" val="BOSCH2"/>
  <p:tag name="MLI" val="1"/>
  <p:tag name="PICTURE 3_SHAPECLASSPROTECTIONTYPE" val="15"/>
  <p:tag name="PICTURE 4_SHAPECLASSPROTECTIONTYPE" val="15"/>
  <p:tag name="SUBTITLE 1_SHAPECLASSPROTECTIONTYPE" val="0"/>
  <p:tag name="TITLE 2_SHAPECLASSPROTECTIONTYPE" val="3"/>
  <p:tag name="PICTURE 5_SHAPECLASSPROTECTIONTYPE" val="15"/>
</p:tagLst>
</file>

<file path=ppt/tags/tag7.xml><?xml version="1.0" encoding="utf-8"?>
<p:tagLst xmlns:a="http://schemas.openxmlformats.org/drawingml/2006/main" xmlns:r="http://schemas.openxmlformats.org/officeDocument/2006/relationships" xmlns:p="http://schemas.openxmlformats.org/presentationml/2006/main">
  <p:tag name="FONT" val="Disguised"/>
  <p:tag name="FONTSETCLASSNAME" val="FontSet1"/>
  <p:tag name="COLORS" val="-2;-2;-2;-2;-2;-2"/>
  <p:tag name="COLORSETCLASSNAME" val="ColorSet1"/>
  <p:tag name="MLI" val="1"/>
  <p:tag name="SHAPESETGROUPCLASSNAME" val="ShapeSetGroup1"/>
  <p:tag name="SHAPESETCLASSNAME" val="TitleSupergraphic1"/>
  <p:tag name="COLORSETGROUPCLASSNAME" val="ColorSetGroup1"/>
  <p:tag name="FONTSETGROUPCLASSNAME" val="FontSetGroup1"/>
  <p:tag name="SHAPECLASSNAME" val="HiddenSubtitle"/>
  <p:tag name="SHAPECLASSPROTECTIONTYPE" val="0"/>
  <p:tag name="ML_SENDTOBACK" val=" 1"/>
</p:tagLst>
</file>

<file path=ppt/tags/tag8.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SHAPESETGROUPCLASSNAME" val="ShapeSetGroup1"/>
  <p:tag name="SHAPESETCLASSNAME" val="TitleSupergraphic1"/>
  <p:tag name="COLORSETGROUPCLASSNAME" val="ColorSetGroup1"/>
  <p:tag name="FONTSETGROUPCLASSNAME" val="FontSetGroup1"/>
  <p:tag name="SHAPECLASSFILE" val="Bosch-Supergraphic-P1-16-9.png"/>
  <p:tag name="ML_SENDTOBACK" val=" 1"/>
  <p:tag name="MLI" val="1"/>
  <p:tag name="SHAPECLASSNAME" val="Supergraphic1"/>
  <p:tag name="SHAPECLASSPROTECTIONTYPE" val="15"/>
</p:tagLst>
</file>

<file path=ppt/tags/tag9.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SHAPESETGROUPCLASSNAME" val="ShapeSetGroup1"/>
  <p:tag name="SHAPESETCLASSNAME" val="TitleSupergraphic1"/>
  <p:tag name="COLORSETGROUPCLASSNAME" val="ColorSetGroup1"/>
  <p:tag name="FONTSETGROUPCLASSNAME" val="FontSetGroup1"/>
  <p:tag name="SHAPECLASSFILE" val="BoschLogo2016.emf"/>
  <p:tag name="MLI" val="1"/>
  <p:tag name="SHAPECLASSNAME" val="LogoOnSlides"/>
  <p:tag name="SHAPECLASSPROTECTIONTYPE" val="15"/>
</p:tagLst>
</file>

<file path=ppt/tags/tag10.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SHAPESETGROUPCLASSNAME" val="ShapeSetGroup1"/>
  <p:tag name="SHAPESETCLASSNAME" val="TitleSupergraphic1"/>
  <p:tag name="COLORSETGROUPCLASSNAME" val="ColorSetGroup1"/>
  <p:tag name="FONTSETGROUPCLASSNAME" val="FontSetGroup1"/>
  <p:tag name="SHAPECLASSFILE" val="Bosch-Symbol-Logotype-Supergraphic.png"/>
  <p:tag name="MLI" val="1"/>
  <p:tag name="SHAPECLASSNAME" val="ColorBarOnTitleSlides"/>
  <p:tag name="SHAPECLASSPROTECTIONTYPE" val="15"/>
</p:tagLst>
</file>

<file path=ppt/tags/tag11.xml><?xml version="1.0" encoding="utf-8"?>
<p:tagLst xmlns:a="http://schemas.openxmlformats.org/drawingml/2006/main" xmlns:r="http://schemas.openxmlformats.org/officeDocument/2006/relationships" xmlns:p="http://schemas.openxmlformats.org/presentationml/2006/main">
  <p:tag name="FONT" val="Reg80"/>
  <p:tag name="FONTSETCLASSNAME" val="FontSet1"/>
  <p:tag name="COLORSETCLASSNAME" val="ColorSet1"/>
  <p:tag name="MLI" val="1"/>
  <p:tag name="SHAPESETGROUPCLASSNAME" val="ShapeSetGroup1"/>
  <p:tag name="SHAPESETCLASSNAME" val="TitleSupergraphic1"/>
  <p:tag name="COLORSETGROUPCLASSNAME" val="ColorSetGroup1"/>
  <p:tag name="FONTSETGROUPCLASSNAME" val="FontSetGroup1"/>
  <p:tag name="SHAPECLASSNAME" val="TitleOnTitleSlides"/>
  <p:tag name="SHAPECLASSPROTECTIONTYPE" val="3"/>
  <p:tag name="COLORS" val="-2;-2;-2;-2;-1;-2"/>
</p:tagLst>
</file>

<file path=ppt/tags/tag12.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StaticAgenda"/>
  <p:tag name="COLORSETGROUPCLASSNAME" val="ColorSetGroup1"/>
  <p:tag name="COLORSETCLASSNAME" val="ColorSet2"/>
  <p:tag name="FONTSETGROUPCLASSNAME" val="FontSetGroup1"/>
  <p:tag name="STYLESETGROUPCLASSNAME" val="StyleSetGroup1"/>
  <p:tag name="MAPNAME" val="Map1"/>
  <p:tag name="CFG.LAYOUT" val="BOSCH2"/>
  <p:tag name="MLI" val="1"/>
  <p:tag name="TEXTBOX 3_SHAPECLASSPROTECTIONTYPE" val="31"/>
  <p:tag name="RECTANGLE 4_SHAPECLASSPROTECTIONTYPE" val="3"/>
  <p:tag name="RECTANGLE 5_SHAPECLASSPROTECTIONTYPE" val="63"/>
  <p:tag name="RECTANGLE 6_SHAPECLASSPROTECTIONTYPE" val="63"/>
  <p:tag name="RECTANGLE 7_SHAPECLASSPROTECTIONTYPE" val="63"/>
  <p:tag name="TEXT PLACEHOLDER 2_SHAPECLASSPROTECTIONTYPE" val="0"/>
  <p:tag name="TITLE 1_SHAPECLASSPROTECTIONTYPE" val="9"/>
</p:tagLst>
</file>

<file path=ppt/tags/tag13.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StaticAgenda"/>
  <p:tag name="COLORSETGROUPCLASSNAME" val="ColorSetGroup1"/>
  <p:tag name="FONTSETGROUPCLASSNAME" val="FontSetGroup1"/>
  <p:tag name="SHAPECLASSNAME" val="FooterLine1OnSlides"/>
  <p:tag name="SHAPECLASSPROTECTIONTYPE" val="63"/>
</p:tagLst>
</file>

<file path=ppt/tags/tag14.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StaticAgenda"/>
  <p:tag name="COLORSETGROUPCLASSNAME" val="ColorSetGroup1"/>
  <p:tag name="FONTSETGROUPCLASSNAME" val="FontSetGroup1"/>
  <p:tag name="SHAPECLASSNAME" val="FooterLine2OnSlides"/>
  <p:tag name="SHAPECLASSPROTECTIONTYPE" val="63"/>
</p:tagLst>
</file>

<file path=ppt/tags/tag15.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StaticAgenda"/>
  <p:tag name="COLORSETGROUPCLASSNAME" val="ColorSetGroup1"/>
  <p:tag name="FONTSETGROUPCLASSNAME" val="FontSetGroup1"/>
  <p:tag name="SHAPECLASSNAME" val="PageNumberOnSlides"/>
  <p:tag name="SHAPECLASSPROTECTIONTYPE" val="63"/>
</p:tagLst>
</file>

<file path=ppt/tags/tag16.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StaticAgenda"/>
  <p:tag name="COLORSETGROUPCLASSNAME" val="ColorSetGroup1"/>
  <p:tag name="FONTSETGROUPCLASSNAME" val="FontSetGroup1"/>
  <p:tag name="SHAPECLASSNAME" val="Attachment"/>
  <p:tag name="SHAPECLASSPROTECTIONTYPE" val="3"/>
</p:tagLst>
</file>

<file path=ppt/tags/tag17.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StaticAgenda"/>
  <p:tag name="COLORSETGROUPCLASSNAME" val="ColorSetGroup1"/>
  <p:tag name="FONTSETGROUPCLASSNAME" val="FontSetGroup1"/>
  <p:tag name="SHAPECLASSNAME" val="tNavbar"/>
  <p:tag name="SHAPECLASSPROTECTIONTYPE" val="31"/>
</p:tagLst>
</file>

<file path=ppt/tags/tag18.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Black;-2"/>
  <p:tag name="COLORSETCLASSNAME" val="ColorSet1"/>
  <p:tag name="MLI" val="1"/>
  <p:tag name="SHAPESETGROUPCLASSNAME" val="ShapeSetGroup1"/>
  <p:tag name="SHAPESETCLASSNAME" val="StaticAgenda"/>
  <p:tag name="COLORSETGROUPCLASSNAME" val="ColorSetGroup1"/>
  <p:tag name="FONTSETGROUPCLASSNAME" val="FontSetGroup1"/>
  <p:tag name="SHAPECLASSNAME" val="TitleOnAgenda"/>
  <p:tag name="SHAPECLASSPROTECTIONTYPE" val="9"/>
</p:tagLst>
</file>

<file path=ppt/tags/tag19.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StaticAgenda"/>
  <p:tag name="COLORSETGROUPCLASSNAME" val="ColorSetGroup1"/>
  <p:tag name="FONTSETGROUPCLASSNAME" val="FontSetGroup1"/>
  <p:tag name="SHAPECLASSNAME" val="BodyOnAgenda"/>
  <p:tag name="SHAPECLASSPROTECTIONTYPE" val="0"/>
  <p:tag name="COLORS" val="-2;-2;-2;-2;-1;-2"/>
</p:tagLst>
</file>

<file path=ppt/tags/tag20.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21.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22.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23.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24.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25.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26.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27.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 name="COLORS" val="-2;-2;-2;-2;-1;-2"/>
</p:tagLst>
</file>

<file path=ppt/tags/tag28.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ags/tag29.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30.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31.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32.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33.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34.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35.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36.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 val="-2;-2;-2;-2;Primary;-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Lst>
</file>

<file path=ppt/tags/tag37.xml><?xml version="1.0" encoding="utf-8"?>
<p:tagLst xmlns:a="http://schemas.openxmlformats.org/drawingml/2006/main" xmlns:r="http://schemas.openxmlformats.org/officeDocument/2006/relationships" xmlns:p="http://schemas.openxmlformats.org/presentationml/2006/main">
  <p:tag name="COLORSETCLASSNAME" val="ColorSet2"/>
  <p:tag name="COLORS" val="-2;-2;-2;-2;-1;-2"/>
</p:tagLst>
</file>

<file path=ppt/tags/tag38.xml><?xml version="1.0" encoding="utf-8"?>
<p:tagLst xmlns:a="http://schemas.openxmlformats.org/drawingml/2006/main" xmlns:r="http://schemas.openxmlformats.org/officeDocument/2006/relationships" xmlns:p="http://schemas.openxmlformats.org/presentationml/2006/main">
  <p:tag name="COLORSETCLASSNAME" val="ColorSet2"/>
  <p:tag name="COLORS" val="-1;-1;LightBlue;-1;-1;-2"/>
</p:tagLst>
</file>

<file path=ppt/tags/tag39.xml><?xml version="1.0" encoding="utf-8"?>
<p:tagLst xmlns:a="http://schemas.openxmlformats.org/drawingml/2006/main" xmlns:r="http://schemas.openxmlformats.org/officeDocument/2006/relationships" xmlns:p="http://schemas.openxmlformats.org/presentationml/2006/main">
  <p:tag name="COLORSETCLASSNAME" val="ColorSet2"/>
  <p:tag name="COLORS" val="-1;-1;LightBlue;-1;-1;-2"/>
</p:tagLst>
</file>

<file path=ppt/tags/tag40.xml><?xml version="1.0" encoding="utf-8"?>
<p:tagLst xmlns:a="http://schemas.openxmlformats.org/drawingml/2006/main" xmlns:r="http://schemas.openxmlformats.org/officeDocument/2006/relationships" xmlns:p="http://schemas.openxmlformats.org/presentationml/2006/main">
  <p:tag name="COLORSETCLASSNAME" val="ColorSet2"/>
  <p:tag name="COLORS" val="-1;-1;LightBlue;-1;-1;-2"/>
</p:tagLst>
</file>

<file path=ppt/tags/tag41.xml><?xml version="1.0" encoding="utf-8"?>
<p:tagLst xmlns:a="http://schemas.openxmlformats.org/drawingml/2006/main" xmlns:r="http://schemas.openxmlformats.org/officeDocument/2006/relationships" xmlns:p="http://schemas.openxmlformats.org/presentationml/2006/main">
  <p:tag name="COLORSETCLASSNAME" val="ColorSet2"/>
  <p:tag name="COLORS" val="-1;-1;LightBlue;-1;-1;-2"/>
</p:tagLst>
</file>

<file path=ppt/tags/tag42.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43.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44.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45.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46.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47.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48.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49.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 name="COLORS" val="-2;-2;-2;-2;-1;-2"/>
</p:tagLst>
</file>

<file path=ppt/tags/tag50.xml><?xml version="1.0" encoding="utf-8"?>
<p:tagLst xmlns:a="http://schemas.openxmlformats.org/drawingml/2006/main" xmlns:r="http://schemas.openxmlformats.org/officeDocument/2006/relationships" xmlns:p="http://schemas.openxmlformats.org/presentationml/2006/main">
  <p:tag name="COLORSETCLASSNAME" val="ColorSet2"/>
  <p:tag name="COLORS" val="-2;-2;-2;-2;Violet;-2"/>
</p:tagLst>
</file>

<file path=ppt/tags/tag51.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5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53.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54.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55.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Object"/>
  <p:tag name="COLORSETGROUPCLASSNAME" val="ColorSetGroup1"/>
  <p:tag name="COLORSETCLASSNAME" val="ColorSet2"/>
  <p:tag name="FONTSETGROUPCLASSNAME" val="FontSetGroup1"/>
  <p:tag name="STYLESETGROUPCLASSNAME" val="StyleSetGroup1"/>
  <p:tag name="MAPNAME" val="Map1"/>
  <p:tag name="CFG.LAYOUT" val="BOSCH2"/>
  <p:tag name="MLI" val="1"/>
  <p:tag name="TEXTBOX 3_SHAPECLASSPROTECTIONTYPE" val="31"/>
  <p:tag name="RECTANGLE 4_SHAPECLASSPROTECTIONTYPE" val="3"/>
  <p:tag name="RECTANGLE 5_SHAPECLASSPROTECTIONTYPE" val="63"/>
  <p:tag name="RECTANGLE 6_SHAPECLASSPROTECTIONTYPE" val="63"/>
  <p:tag name="RECTANGLE 7_SHAPECLASSPROTECTIONTYPE" val="63"/>
  <p:tag name="CONTENT PLACEHOLDER 2_SHAPECLASSPROTECTIONTYPE" val="0"/>
  <p:tag name="TEXTBOX 8_SHAPECLASSPROTECTIONTYPE" val="25"/>
  <p:tag name="TITLE 1_SHAPECLASSPROTECTIONTYPE" val="9"/>
</p:tagLst>
</file>

<file path=ppt/tags/tag56.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Object"/>
  <p:tag name="COLORSETGROUPCLASSNAME" val="ColorSetGroup1"/>
  <p:tag name="FONTSETGROUPCLASSNAME" val="FontSetGroup1"/>
  <p:tag name="SHAPECLASSNAME" val="Chapterbox"/>
  <p:tag name="SHAPECLASSPROTECTIONTYPE" val="25"/>
</p:tagLst>
</file>

<file path=ppt/tags/tag57.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Object"/>
  <p:tag name="COLORSETGROUPCLASSNAME" val="ColorSetGroup1"/>
  <p:tag name="FONTSETGROUPCLASSNAME" val="FontSetGroup1"/>
  <p:tag name="SHAPECLASSNAME" val="FooterLine1OnSlides"/>
  <p:tag name="SHAPECLASSPROTECTIONTYPE" val="63"/>
</p:tagLst>
</file>

<file path=ppt/tags/tag58.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Object"/>
  <p:tag name="COLORSETGROUPCLASSNAME" val="ColorSetGroup1"/>
  <p:tag name="FONTSETGROUPCLASSNAME" val="FontSetGroup1"/>
  <p:tag name="SHAPECLASSNAME" val="FooterLine2OnSlides"/>
  <p:tag name="SHAPECLASSPROTECTIONTYPE" val="63"/>
</p:tagLst>
</file>

<file path=ppt/tags/tag59.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Object"/>
  <p:tag name="COLORSETGROUPCLASSNAME" val="ColorSetGroup1"/>
  <p:tag name="FONTSETGROUPCLASSNAME" val="FontSetGroup1"/>
  <p:tag name="SHAPECLASSNAME" val="PageNumberOnSlides"/>
  <p:tag name="SHAPECLASSPROTECTIONTYPE" val="63"/>
</p:tagLst>
</file>

<file path=ppt/tags/tag60.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Object"/>
  <p:tag name="COLORSETGROUPCLASSNAME" val="ColorSetGroup1"/>
  <p:tag name="FONTSETGROUPCLASSNAME" val="FontSetGroup1"/>
  <p:tag name="SHAPECLASSNAME" val="Attachment"/>
  <p:tag name="SHAPECLASSPROTECTIONTYPE" val="3"/>
</p:tagLst>
</file>

<file path=ppt/tags/tag61.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Object"/>
  <p:tag name="COLORSETGROUPCLASSNAME" val="ColorSetGroup1"/>
  <p:tag name="FONTSETGROUPCLASSNAME" val="FontSetGroup1"/>
  <p:tag name="SHAPECLASSNAME" val="tNavbar"/>
  <p:tag name="SHAPECLASSPROTECTIONTYPE" val="31"/>
</p:tagLst>
</file>

<file path=ppt/tags/tag62.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Object"/>
  <p:tag name="COLORSETGROUPCLASSNAME" val="ColorSetGroup1"/>
  <p:tag name="FONTSETGROUPCLASSNAME" val="FontSetGroup1"/>
  <p:tag name="SHAPECLASSNAME" val="TitleOnSlides"/>
  <p:tag name="SHAPECLASSPROTECTIONTYPE" val="9"/>
  <p:tag name="COLORS" val="-2;-2;-2;-2;-1;-2"/>
</p:tagLst>
</file>

<file path=ppt/tags/tag63.xml><?xml version="1.0" encoding="utf-8"?>
<p:tagLst xmlns:a="http://schemas.openxmlformats.org/drawingml/2006/main" xmlns:r="http://schemas.openxmlformats.org/officeDocument/2006/relationships" xmlns:p="http://schemas.openxmlformats.org/presentationml/2006/main">
  <p:tag name="COLORSETCLASSNAME" val="ColorSet2"/>
  <p:tag name="COLORS" val="-2;-2;-1;-1;-1;-2"/>
</p:tagLst>
</file>

<file path=ppt/tags/tag64.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65.xml><?xml version="1.0" encoding="utf-8"?>
<p:tagLst xmlns:a="http://schemas.openxmlformats.org/drawingml/2006/main" xmlns:r="http://schemas.openxmlformats.org/officeDocument/2006/relationships" xmlns:p="http://schemas.openxmlformats.org/presentationml/2006/main">
  <p:tag name="COLORSETCLASSNAME" val="ColorSet1"/>
  <p:tag name="COLORS" val="-2;-2;BoschRed;LogoRightColor;-1;-2"/>
</p:tagLst>
</file>

<file path=ppt/tags/tag66.xml><?xml version="1.0" encoding="utf-8"?>
<p:tagLst xmlns:a="http://schemas.openxmlformats.org/drawingml/2006/main" xmlns:r="http://schemas.openxmlformats.org/officeDocument/2006/relationships" xmlns:p="http://schemas.openxmlformats.org/presentationml/2006/main">
  <p:tag name="COLORSETCLASSNAME" val="ColorSet1"/>
  <p:tag name="COLORS" val="-2;-2;BoschRed;LogoRightColor;-1;-2"/>
</p:tagLst>
</file>

<file path=ppt/tags/tag67.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68.xml><?xml version="1.0" encoding="utf-8"?>
<p:tagLst xmlns:a="http://schemas.openxmlformats.org/drawingml/2006/main" xmlns:r="http://schemas.openxmlformats.org/officeDocument/2006/relationships" xmlns:p="http://schemas.openxmlformats.org/presentationml/2006/main">
  <p:tag name="COLORSETCLASSNAME" val="ColorSet1"/>
  <p:tag name="COLORS" val="-2;-2;Black;LogoRightColor;-1;-2"/>
</p:tagLst>
</file>

<file path=ppt/tags/tag69.xml><?xml version="1.0" encoding="utf-8"?>
<p:tagLst xmlns:a="http://schemas.openxmlformats.org/drawingml/2006/main" xmlns:r="http://schemas.openxmlformats.org/officeDocument/2006/relationships" xmlns:p="http://schemas.openxmlformats.org/presentationml/2006/main">
  <p:tag name="COLORSETCLASSNAME" val="ColorSet1"/>
  <p:tag name="COLORS" val="LogoRightColor;-1;-2;-2;-1;-2"/>
</p:tagLst>
</file>

<file path=ppt/tags/tag70.xml><?xml version="1.0" encoding="utf-8"?>
<p:tagLst xmlns:a="http://schemas.openxmlformats.org/drawingml/2006/main" xmlns:r="http://schemas.openxmlformats.org/officeDocument/2006/relationships" xmlns:p="http://schemas.openxmlformats.org/presentationml/2006/main">
  <p:tag name="COLORSETCLASSNAME" val="ColorSet1"/>
  <p:tag name="COLORS" val="-2;-2;BoschRed;LogoRightColor;-1;-2"/>
</p:tagLst>
</file>

<file path=ppt/tags/tag71.xml><?xml version="1.0" encoding="utf-8"?>
<p:tagLst xmlns:a="http://schemas.openxmlformats.org/drawingml/2006/main" xmlns:r="http://schemas.openxmlformats.org/officeDocument/2006/relationships" xmlns:p="http://schemas.openxmlformats.org/presentationml/2006/main">
  <p:tag name="COLORSETCLASSNAME" val="ColorSet1"/>
  <p:tag name="COLORS" val="-2;-2;BoschRed;LogoRightColor;-1;-2"/>
</p:tagLst>
</file>

<file path=ppt/tags/tag7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3.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74.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75.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76.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77.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78.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79.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80.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 name="COLORS" val="-2;-2;-2;-2;-1;-2"/>
</p:tagLst>
</file>

<file path=ppt/tags/tag81.xml><?xml version="1.0" encoding="utf-8"?>
<p:tagLst xmlns:a="http://schemas.openxmlformats.org/drawingml/2006/main" xmlns:r="http://schemas.openxmlformats.org/officeDocument/2006/relationships" xmlns:p="http://schemas.openxmlformats.org/presentationml/2006/main">
  <p:tag name="COLORS" val="-1;-1;Black;LogoRightColor;-1;-2"/>
  <p:tag name="COLORSETCLASSNAME" val="ColorSet2"/>
</p:tagLst>
</file>

<file path=ppt/tags/tag82.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ags/tag83.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ags/tag84.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85.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86.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87.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88.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89.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90.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91.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 name="COLORS" val="-2;-2;-2;-2;-1;-2"/>
</p:tagLst>
</file>

<file path=ppt/tags/tag92.xml><?xml version="1.0" encoding="utf-8"?>
<p:tagLst xmlns:a="http://schemas.openxmlformats.org/drawingml/2006/main" xmlns:r="http://schemas.openxmlformats.org/officeDocument/2006/relationships" xmlns:p="http://schemas.openxmlformats.org/presentationml/2006/main">
  <p:tag name="FONT" val="TextBoxFont"/>
  <p:tag name="FONTSETCLASSNAME" val="FontSet1"/>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3;-2"/>
</p:tagLst>
</file>

<file path=ppt/tags/tag93.xml><?xml version="1.0" encoding="utf-8"?>
<p:tagLst xmlns:a="http://schemas.openxmlformats.org/drawingml/2006/main" xmlns:r="http://schemas.openxmlformats.org/officeDocument/2006/relationships" xmlns:p="http://schemas.openxmlformats.org/presentationml/2006/main">
  <p:tag name="FONT" val="TextBoxFont"/>
  <p:tag name="FONTSETCLASSNAME" val="FontSet1"/>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3;-2"/>
</p:tagLst>
</file>

<file path=ppt/tags/tag94.xml><?xml version="1.0" encoding="utf-8"?>
<p:tagLst xmlns:a="http://schemas.openxmlformats.org/drawingml/2006/main" xmlns:r="http://schemas.openxmlformats.org/officeDocument/2006/relationships" xmlns:p="http://schemas.openxmlformats.org/presentationml/2006/main">
  <p:tag name="FONT" val="Titlefont"/>
  <p:tag name="FONTSETCLASSNAME" val="FontSet1"/>
  <p:tag name="COLORSETCLASSNAME" val="ColorSet1"/>
  <p:tag name="MLI" val="1"/>
  <p:tag name="SHAPESETGROUPCLASSNAME" val="ShapeSetGroup1"/>
  <p:tag name="SHAPESETCLASSNAME" val="TitleText"/>
  <p:tag name="COLORSETGROUPCLASSNAME" val="ColorSetGroup1"/>
  <p:tag name="FONTSETGROUPCLASSNAME" val="FontSetGroup1"/>
  <p:tag name="SHAPECLASSNAME" val="TitleBox"/>
  <p:tag name="SHAPECLASSPROTECTIONTYPE" val="0"/>
  <p:tag name="COLORS" val="-2;-2;-2;-2;-1;-2"/>
</p:tagLst>
</file>

<file path=ppt/tags/tag95.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96.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97.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98.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99.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100.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101.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102.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 name="COLORS" val="-2;-2;-2;-2;-1;-2"/>
</p:tagLst>
</file>

<file path=ppt/tags/tag103.xml><?xml version="1.0" encoding="utf-8"?>
<p:tagLst xmlns:a="http://schemas.openxmlformats.org/drawingml/2006/main" xmlns:r="http://schemas.openxmlformats.org/officeDocument/2006/relationships" xmlns:p="http://schemas.openxmlformats.org/presentationml/2006/main">
  <p:tag name="FONT" val="TextBoxFont"/>
  <p:tag name="FONTSETCLASSNAME" val="FontSet1"/>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3;-2"/>
</p:tagLst>
</file>

<file path=ppt/tags/tag104.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105.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106.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107.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108.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109.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110.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111.xml><?xml version="1.0" encoding="utf-8"?>
<p:tagLst xmlns:a="http://schemas.openxmlformats.org/drawingml/2006/main" xmlns:r="http://schemas.openxmlformats.org/officeDocument/2006/relationships" xmlns:p="http://schemas.openxmlformats.org/presentationml/2006/main">
  <p:tag name="COLORSETCLASSNAME" val="ColorSet1"/>
  <p:tag name="COLORS" val="-2;-2;-2;-2;Blue2;-2"/>
</p:tagLst>
</file>

<file path=ppt/tags/tag11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113.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114.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115.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116.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117.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118.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119.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120.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121.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122.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123.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 name="COLORS" val="-2;-2;-2;-2;Primary;-2"/>
</p:tagLst>
</file>

<file path=ppt/tags/tag124.xml><?xml version="1.0" encoding="utf-8"?>
<p:tagLst xmlns:a="http://schemas.openxmlformats.org/drawingml/2006/main" xmlns:r="http://schemas.openxmlformats.org/officeDocument/2006/relationships" xmlns:p="http://schemas.openxmlformats.org/presentationml/2006/main">
  <p:tag name="FONT" val="TextBoxFont"/>
  <p:tag name="FONTSETCLASSNAME" val="FontSet1"/>
  <p:tag name="COLORSETCLASSNAME" val="ColorSet1"/>
  <p:tag name="MLI" val="1"/>
  <p:tag name="SHAPESETGROUPCLASSNAME" val="ShapeSetGroup1"/>
  <p:tag name="SHAPESETCLASSNAME" val="TitleText"/>
  <p:tag name="COLORSETGROUPCLASSNAME" val="ColorSetGroup1"/>
  <p:tag name="FONTSETGROUPCLASSNAME" val="FontSetGroup1"/>
  <p:tag name="SHAPECLASSNAME" val="TextBox"/>
  <p:tag name="SHAPECLASSPROTECTIONTYPE" val="0"/>
  <p:tag name="COLORS" val="-2;-2;-2;-2;-3;-2"/>
</p:tagLst>
</file>

<file path=ppt/tags/tag125.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126.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127.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128.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129.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130.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131.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132.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 val="-2;-2;-2;-2;Primary;-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Lst>
</file>

<file path=ppt/tags/tag133.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34.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35.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36.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37.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38.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39.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40.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41.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42.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43.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44.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45.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46.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47.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48.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49.xml><?xml version="1.0" encoding="utf-8"?>
<p:tagLst xmlns:a="http://schemas.openxmlformats.org/drawingml/2006/main" xmlns:r="http://schemas.openxmlformats.org/officeDocument/2006/relationships" xmlns:p="http://schemas.openxmlformats.org/presentationml/2006/main">
  <p:tag name="COLORSETCLASSNAME" val="ColorSet2"/>
  <p:tag name="COLORS" val="-2;-2;-1;-1;-1;-2"/>
</p:tagLst>
</file>

<file path=ppt/tags/tag150.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51.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52.xml><?xml version="1.0" encoding="utf-8"?>
<p:tagLst xmlns:a="http://schemas.openxmlformats.org/drawingml/2006/main" xmlns:r="http://schemas.openxmlformats.org/officeDocument/2006/relationships" xmlns:p="http://schemas.openxmlformats.org/presentationml/2006/main">
  <p:tag name="COLORS" val="-2;-2;-2;-2;-3;-2"/>
  <p:tag name="COLORSETCLASSNAME" val="ColorSet2"/>
</p:tagLst>
</file>

<file path=ppt/tags/tag153.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154.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155.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156.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157.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158.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159.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160.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 val="-2;-2;-2;-2;Primary;-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Lst>
</file>

<file path=ppt/tags/tag161.xml><?xml version="1.0" encoding="utf-8"?>
<p:tagLst xmlns:a="http://schemas.openxmlformats.org/drawingml/2006/main" xmlns:r="http://schemas.openxmlformats.org/officeDocument/2006/relationships" xmlns:p="http://schemas.openxmlformats.org/presentationml/2006/main">
  <p:tag name="COLORSETCLASSNAME" val="ColorSet2"/>
  <p:tag name="COLORS" val="-2;-2;-2;-2;-3;-2"/>
</p:tagLst>
</file>

<file path=ppt/tags/tag162.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163.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164.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165.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166.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167.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168.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169.xml><?xml version="1.0" encoding="utf-8"?>
<p:tagLst xmlns:a="http://schemas.openxmlformats.org/drawingml/2006/main" xmlns:r="http://schemas.openxmlformats.org/officeDocument/2006/relationships" xmlns:p="http://schemas.openxmlformats.org/presentationml/2006/main">
  <p:tag name="COLORSETCLASSNAME" val="ColorSet2"/>
  <p:tag name="COLORS" val="-2;-2;-2;-2;-1;-2"/>
</p:tagLst>
</file>

<file path=ppt/tags/tag170.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171.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17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173.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174.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175.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176.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177.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178.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179.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180.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181.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 val="-2;-2;-2;-2;Primary;-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Lst>
</file>

<file path=ppt/tags/tag182.xml><?xml version="1.0" encoding="utf-8"?>
<p:tagLst xmlns:a="http://schemas.openxmlformats.org/drawingml/2006/main" xmlns:r="http://schemas.openxmlformats.org/officeDocument/2006/relationships" xmlns:p="http://schemas.openxmlformats.org/presentationml/2006/main">
  <p:tag name="FONT" val="TextBoxFont"/>
  <p:tag name="FONTSETCLASSNAME" val="FontSet1"/>
  <p:tag name="COLORSETCLASSNAME" val="ColorSet1"/>
  <p:tag name="MLI" val="1"/>
  <p:tag name="SHAPESETGROUPCLASSNAME" val="ShapeSetGroup1"/>
  <p:tag name="SHAPESETCLASSNAME" val="TitleContent"/>
  <p:tag name="COLORSETGROUPCLASSNAME" val="ColorSetGroup1"/>
  <p:tag name="FONTSETGROUPCLASSNAME" val="FontSetGroup1"/>
  <p:tag name="SHAPECLASSNAME" val="ObjectBox"/>
  <p:tag name="SHAPECLASSPROTECTIONTYPE" val="0"/>
  <p:tag name="COLORS" val="-2;-2;-2;-2;-3;-2"/>
</p:tagLst>
</file>

<file path=ppt/tags/tag183.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84.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85.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86.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87.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88.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89.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90.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91.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92.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93.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94.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95.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96.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197.xml><?xml version="1.0" encoding="utf-8"?>
<p:tagLst xmlns:a="http://schemas.openxmlformats.org/drawingml/2006/main" xmlns:r="http://schemas.openxmlformats.org/officeDocument/2006/relationships" xmlns:p="http://schemas.openxmlformats.org/presentationml/2006/main">
  <p:tag name="COLORSETCLASSNAME" val="ColorSet2"/>
  <p:tag name="COLORS" val="-2;-2;-1;-1;-1;-2"/>
</p:tagLst>
</file>

<file path=ppt/tags/tag198.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199.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200.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201.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202.xml><?xml version="1.0" encoding="utf-8"?>
<p:tagLst xmlns:a="http://schemas.openxmlformats.org/drawingml/2006/main" xmlns:r="http://schemas.openxmlformats.org/officeDocument/2006/relationships" xmlns:p="http://schemas.openxmlformats.org/presentationml/2006/main">
  <p:tag name="COLORSETCLASSNAME" val="ColorSet2"/>
  <p:tag name="COLORS" val="-1;-1;-2;-2;-1;-2"/>
</p:tagLst>
</file>

<file path=ppt/tags/tag203.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204.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205.xml><?xml version="1.0" encoding="utf-8"?>
<p:tagLst xmlns:a="http://schemas.openxmlformats.org/drawingml/2006/main" xmlns:r="http://schemas.openxmlformats.org/officeDocument/2006/relationships" xmlns:p="http://schemas.openxmlformats.org/presentationml/2006/main">
  <p:tag name="COLORSETCLASSNAME" val="ColorSet2"/>
  <p:tag name="COLORS" val="-2;-2;Black;-1;-1;-2"/>
</p:tagLst>
</file>

<file path=ppt/tags/tag206.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207.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208.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209.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210.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211.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212.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213.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 name="COLORS" val="-2;-2;-2;-2;Primary;-2"/>
</p:tagLst>
</file>

<file path=ppt/tags/tag214.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ags/tag215.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216.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217.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218.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219.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220.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221.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222.xml><?xml version="1.0" encoding="utf-8"?>
<p:tagLst xmlns:a="http://schemas.openxmlformats.org/drawingml/2006/main" xmlns:r="http://schemas.openxmlformats.org/officeDocument/2006/relationships" xmlns:p="http://schemas.openxmlformats.org/presentationml/2006/main">
  <p:tag name="COLORSETCLASSNAME" val="ColorSet2"/>
  <p:tag name="COLORS" val="-2;-2;-2;-2;-1;-2"/>
</p:tagLst>
</file>

<file path=ppt/tags/tag223.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224.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225.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226.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227.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228.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229.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230.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231.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232.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233.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234.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 name="COLORS" val="-2;-2;-2;-2;Primary;-2"/>
</p:tagLst>
</file>

<file path=ppt/tags/tag235.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ags/tag236.xml><?xml version="1.0" encoding="utf-8"?>
<p:tagLst xmlns:a="http://schemas.openxmlformats.org/drawingml/2006/main" xmlns:r="http://schemas.openxmlformats.org/officeDocument/2006/relationships" xmlns:p="http://schemas.openxmlformats.org/presentationml/2006/main">
  <p:tag name="COLORS" val="-2;-2;-2;-2;-3;-2"/>
  <p:tag name="COLORSETCLASSNAME" val="ColorSet2"/>
</p:tagLst>
</file>

<file path=ppt/tags/tag237.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ags/tag238.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239.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240.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241.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242.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243.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244.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245.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 name="COLORS" val="-2;-2;-2;-2;-1;-2"/>
</p:tagLst>
</file>

<file path=ppt/tags/tag246.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ags/tag247.xml><?xml version="1.0" encoding="utf-8"?>
<p:tagLst xmlns:a="http://schemas.openxmlformats.org/drawingml/2006/main" xmlns:r="http://schemas.openxmlformats.org/officeDocument/2006/relationships" xmlns:p="http://schemas.openxmlformats.org/presentationml/2006/main">
  <p:tag name="COLORSETCLASSNAME" val="ColorSet1"/>
  <p:tag name="COLORS" val="-2;-2;-2;-2;-3;-2"/>
</p:tagLst>
</file>

<file path=ppt/tags/tag248.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249.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250.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251.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252.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253.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254.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255.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256.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 name="COLORS" val="-2;-2;-2;-2;-1;-2"/>
</p:tagLst>
</file>

<file path=ppt/tags/tag257.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ags/tag258.xml><?xml version="1.0" encoding="utf-8"?>
<p:tagLst xmlns:a="http://schemas.openxmlformats.org/drawingml/2006/main" xmlns:r="http://schemas.openxmlformats.org/officeDocument/2006/relationships" xmlns:p="http://schemas.openxmlformats.org/presentationml/2006/main">
  <p:tag name="COLORS" val="-2;-2;-2;-2;-3;-2"/>
  <p:tag name="COLORSETCLASSNAME" val="ColorSet2"/>
</p:tagLst>
</file>

<file path=ppt/tags/tag259.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ags/tag260.xml><?xml version="1.0" encoding="utf-8"?>
<p:tagLst xmlns:a="http://schemas.openxmlformats.org/drawingml/2006/main" xmlns:r="http://schemas.openxmlformats.org/officeDocument/2006/relationships" xmlns:p="http://schemas.openxmlformats.org/presentationml/2006/main">
  <p:tag name="FIELD.CHAPTER.CONTENT" val="Automotive Software Testing Life Cycle (V-Model)"/>
  <p:tag name="FIELD.CHAPTER.VALUE" val="Automotive Software Testing Life Cycle (V-Model)"/>
  <p:tag name="FIELD.DPT.CONTENT" val="RBVH/ENG32 Hoang Lan Huong"/>
  <p:tag name="FIELD.DPT.VALUE" val="RBVH/ENG32 Hoang Lan Huong | "/>
  <p:tag name="FIELDS.INITIALIZED" val="1"/>
  <p:tag name="ML_1" val="RBVH_Hc1"/>
  <p:tag name="ML_2" val="Bosch2.mcr"/>
  <p:tag name="ML_LAYOUT_RESOURCE" val="BOSCH2_16_9.mcr"/>
  <p:tag name="SHAPESETGROUPCLASSNAME" val="ShapeSetGroup1"/>
  <p:tag name="SHAPESETCLASSNAME" val="TitleOnly"/>
  <p:tag name="COLORSETGROUPCLASSNAME" val="ColorSetGroup1"/>
  <p:tag name="COLORSETCLASSNAME" val="ColorSet2"/>
  <p:tag name="FONTSETGROUPCLASSNAME" val="FontSetGroup1"/>
  <p:tag name="STYLESETGROUPCLASSNAME" val="StyleSetGroup1"/>
  <p:tag name="MAPNAME" val="Map1"/>
  <p:tag name="CFG.LAYOUT" val="BOSCH2"/>
  <p:tag name="MLI" val="1"/>
  <p:tag name="TEXTBOX 2_SHAPECLASSPROTECTIONTYPE" val="31"/>
  <p:tag name="RECTANGLE 3_SHAPECLASSPROTECTIONTYPE" val="3"/>
  <p:tag name="RECTANGLE 4_SHAPECLASSPROTECTIONTYPE" val="63"/>
  <p:tag name="RECTANGLE 5_SHAPECLASSPROTECTIONTYPE" val="63"/>
  <p:tag name="RECTANGLE 6_SHAPECLASSPROTECTIONTYPE" val="63"/>
  <p:tag name="TEXTBOX 7_SHAPECLASSPROTECTIONTYPE" val="25"/>
  <p:tag name="TITLE 1_SHAPECLASSPROTECTIONTYPE" val="9"/>
</p:tagLst>
</file>

<file path=ppt/tags/tag261.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COLORS" val="-2;-2;-2;-2;-2;-2"/>
  <p:tag name="COLORSETCLASSNAME" val="ColorSet1"/>
  <p:tag name="SCRIPT" val="1"/>
  <p:tag name="FIELDS" val="CHAPTER;"/>
  <p:tag name="MLI" val="1"/>
  <p:tag name="SHAPESETGROUPCLASSNAME" val="ShapeSetGroup1"/>
  <p:tag name="SHAPESETCLASSNAME" val="TitleOnly"/>
  <p:tag name="COLORSETGROUPCLASSNAME" val="ColorSetGroup1"/>
  <p:tag name="FONTSETGROUPCLASSNAME" val="FontSetGroup1"/>
  <p:tag name="SHAPECLASSNAME" val="Chapterbox"/>
  <p:tag name="SHAPECLASSPROTECTIONTYPE" val="25"/>
</p:tagLst>
</file>

<file path=ppt/tags/tag262.xml><?xml version="1.0" encoding="utf-8"?>
<p:tagLst xmlns:a="http://schemas.openxmlformats.org/drawingml/2006/main" xmlns:r="http://schemas.openxmlformats.org/officeDocument/2006/relationships" xmlns:p="http://schemas.openxmlformats.org/presentationml/2006/main">
  <p:tag name="FONT" val="Bold6"/>
  <p:tag name="FONT2" val="Reg6"/>
  <p:tag name="FONT3" val="Reg6"/>
  <p:tag name="FONTSETCLASSNAME" val="FontSet1"/>
  <p:tag name="FONTCOLOR" val="Red"/>
  <p:tag name="FONTCOLOR2" val="Black"/>
  <p:tag name="FONTCOLOR3" val="Black"/>
  <p:tag name="FONTCOLOR4" val="Black"/>
  <p:tag name="RUNS.FONT" val="4"/>
  <p:tag name="COLORS" val="-2;-2;-2;-2;Red;-2"/>
  <p:tag name="COLORSETCLASSNAME" val="ColorSet1"/>
  <p:tag name="SCRIPT" val="1"/>
  <p:tag name="FIELDS" val="CONF;DPT;DATE;"/>
  <p:tag name="MLI" val="1"/>
  <p:tag name="SHAPESETGROUPCLASSNAME" val="ShapeSetGroup1"/>
  <p:tag name="SHAPESETCLASSNAME" val="TitleOnly"/>
  <p:tag name="COLORSETGROUPCLASSNAME" val="ColorSetGroup1"/>
  <p:tag name="FONTSETGROUPCLASSNAME" val="FontSetGroup1"/>
  <p:tag name="SHAPECLASSNAME" val="FooterLine1OnSlides"/>
  <p:tag name="SHAPECLASSPROTECTIONTYPE" val="63"/>
</p:tagLst>
</file>

<file path=ppt/tags/tag263.xml><?xml version="1.0" encoding="utf-8"?>
<p:tagLst xmlns:a="http://schemas.openxmlformats.org/drawingml/2006/main" xmlns:r="http://schemas.openxmlformats.org/officeDocument/2006/relationships" xmlns:p="http://schemas.openxmlformats.org/presentationml/2006/main">
  <p:tag name="FONT" val="Reg6"/>
  <p:tag name="FONTSETCLASSNAME" val="FontSet1"/>
  <p:tag name="FONTCOLOR" val="Black"/>
  <p:tag name="FONTCOLOR2" val="LightGray"/>
  <p:tag name="FONTCOLOR3" val="LightGray"/>
  <p:tag name="RUNS.FONT" val="3"/>
  <p:tag name="COLORS" val="-2;-2;-2;-2;Black;-2"/>
  <p:tag name="COLORSETCLASSNAME" val="ColorSet1"/>
  <p:tag name="SCRIPT" val="1"/>
  <p:tag name="FIELDS" val="REM_ABL;COPY;"/>
  <p:tag name="MLI" val="1"/>
  <p:tag name="SHAPESETGROUPCLASSNAME" val="ShapeSetGroup1"/>
  <p:tag name="SHAPESETCLASSNAME" val="TitleOnly"/>
  <p:tag name="COLORSETGROUPCLASSNAME" val="ColorSetGroup1"/>
  <p:tag name="FONTSETGROUPCLASSNAME" val="FontSetGroup1"/>
  <p:tag name="SHAPECLASSNAME" val="FooterLine2OnSlides"/>
  <p:tag name="SHAPECLASSPROTECTIONTYPE" val="63"/>
</p:tagLst>
</file>

<file path=ppt/tags/tag264.xml><?xml version="1.0" encoding="utf-8"?>
<p:tagLst xmlns:a="http://schemas.openxmlformats.org/drawingml/2006/main" xmlns:r="http://schemas.openxmlformats.org/officeDocument/2006/relationships" xmlns:p="http://schemas.openxmlformats.org/presentationml/2006/main">
  <p:tag name="FONT" val="Reg12"/>
  <p:tag name="FONTSETCLASSNAME" val="FontSet1"/>
  <p:tag name="COLORS" val="-2;-2;-2;-2;DarkGray2;-2"/>
  <p:tag name="COLORSETCLASSNAME" val="ColorSet1"/>
  <p:tag name="SCRIPT" val="1"/>
  <p:tag name="MLI" val="1"/>
  <p:tag name="SHAPESETGROUPCLASSNAME" val="ShapeSetGroup1"/>
  <p:tag name="SHAPESETCLASSNAME" val="TitleOnly"/>
  <p:tag name="COLORSETGROUPCLASSNAME" val="ColorSetGroup1"/>
  <p:tag name="FONTSETGROUPCLASSNAME" val="FontSetGroup1"/>
  <p:tag name="SHAPECLASSNAME" val="PageNumberOnSlides"/>
  <p:tag name="SHAPECLASSPROTECTIONTYPE" val="63"/>
</p:tagLst>
</file>

<file path=ppt/tags/tag265.xml><?xml version="1.0" encoding="utf-8"?>
<p:tagLst xmlns:a="http://schemas.openxmlformats.org/drawingml/2006/main" xmlns:r="http://schemas.openxmlformats.org/officeDocument/2006/relationships" xmlns:p="http://schemas.openxmlformats.org/presentationml/2006/main">
  <p:tag name="FONT" val="Reg5x5"/>
  <p:tag name="FONTSETCLASSNAME" val="FontSet1"/>
  <p:tag name="COLORS" val="-2;-2;-2;-2;-2;-2"/>
  <p:tag name="COLORSETCLASSNAME" val="ColorSet1"/>
  <p:tag name="SCRIPT" val="1"/>
  <p:tag name="FIELDS" val="REM_ANL;"/>
  <p:tag name="MLI" val="1"/>
  <p:tag name="SHAPESETGROUPCLASSNAME" val="ShapeSetGroup1"/>
  <p:tag name="SHAPESETCLASSNAME" val="TitleOnly"/>
  <p:tag name="COLORSETGROUPCLASSNAME" val="ColorSetGroup1"/>
  <p:tag name="FONTSETGROUPCLASSNAME" val="FontSetGroup1"/>
  <p:tag name="SHAPECLASSNAME" val="Attachment"/>
  <p:tag name="SHAPECLASSPROTECTIONTYPE" val="3"/>
</p:tagLst>
</file>

<file path=ppt/tags/tag266.xml><?xml version="1.0" encoding="utf-8"?>
<p:tagLst xmlns:a="http://schemas.openxmlformats.org/drawingml/2006/main" xmlns:r="http://schemas.openxmlformats.org/officeDocument/2006/relationships" xmlns:p="http://schemas.openxmlformats.org/presentationml/2006/main">
  <p:tag name="FONT" val="NavbarItem"/>
  <p:tag name="FONTSETCLASSNAME" val="FontSet1"/>
  <p:tag name="COLORS" val="-2;-2;-2;-2;-2;-2"/>
  <p:tag name="COLORSETCLASSNAME" val="ColorSet1"/>
  <p:tag name="MLI" val="1"/>
  <p:tag name="SHAPESETGROUPCLASSNAME" val="ShapeSetGroup1"/>
  <p:tag name="SHAPESETCLASSNAME" val="TitleOnly"/>
  <p:tag name="COLORSETGROUPCLASSNAME" val="ColorSetGroup1"/>
  <p:tag name="FONTSETGROUPCLASSNAME" val="FontSetGroup1"/>
  <p:tag name="SHAPECLASSNAME" val="tNavbar"/>
  <p:tag name="SHAPECLASSPROTECTIONTYPE" val="31"/>
</p:tagLst>
</file>

<file path=ppt/tags/tag267.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Primary"/>
  <p:tag name="FONTCOLOR2" val="Primary"/>
  <p:tag name="RUNS.FONT" val="2"/>
  <p:tag name="COLORS" val="-2;-2;-2;-2;Primary;-2"/>
  <p:tag name="COLORSETCLASSNAME" val="ColorSet2"/>
  <p:tag name="MLI" val="1"/>
  <p:tag name="SHAPESETGROUPCLASSNAME" val="ShapeSetGroup1"/>
  <p:tag name="SHAPESETCLASSNAME" val="TitleOnly"/>
  <p:tag name="COLORSETGROUPCLASSNAME" val="ColorSetGroup1"/>
  <p:tag name="FONTSETGROUPCLASSNAME" val="FontSetGroup1"/>
  <p:tag name="SHAPECLASSNAME" val="TitleOnSlides"/>
  <p:tag name="SHAPECLASSPROTECTIONTYPE" val="9"/>
</p:tagLst>
</file>

<file path=ppt/tags/tag268.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ags/tag269.xml><?xml version="1.0" encoding="utf-8"?>
<p:tagLst xmlns:a="http://schemas.openxmlformats.org/drawingml/2006/main" xmlns:r="http://schemas.openxmlformats.org/officeDocument/2006/relationships" xmlns:p="http://schemas.openxmlformats.org/presentationml/2006/main">
  <p:tag name="COLORS" val="-2;-2;-2;-2;-1;-2"/>
  <p:tag name="COLORSETCLASSNAME" val="ColorSet2"/>
</p:tagLst>
</file>

<file path=ppt/theme/theme1.xml><?xml version="1.0" encoding="utf-8"?>
<a:theme xmlns:a="http://schemas.openxmlformats.org/drawingml/2006/main" name="Bosch">
  <a:themeElements>
    <a:clrScheme name="Custom 1">
      <a:dk1>
        <a:sysClr val="windowText" lastClr="000000"/>
      </a:dk1>
      <a:lt1>
        <a:sysClr val="window" lastClr="FFFFFF"/>
      </a:lt1>
      <a:dk2>
        <a:srgbClr val="424C58"/>
      </a:dk2>
      <a:lt2>
        <a:srgbClr val="B2B3B5"/>
      </a:lt2>
      <a:accent1>
        <a:srgbClr val="A80163"/>
      </a:accent1>
      <a:accent2>
        <a:srgbClr val="3F136C"/>
      </a:accent2>
      <a:accent3>
        <a:srgbClr val="08427E"/>
      </a:accent3>
      <a:accent4>
        <a:srgbClr val="0E78C5"/>
      </a:accent4>
      <a:accent5>
        <a:srgbClr val="1399A0"/>
      </a:accent5>
      <a:accent6>
        <a:srgbClr val="67B419"/>
      </a:accent6>
      <a:hlink>
        <a:srgbClr val="738CB4"/>
      </a:hlink>
      <a:folHlink>
        <a:srgbClr val="B0BBD0"/>
      </a:folHlink>
    </a:clrScheme>
    <a:fontScheme name="Custom 1">
      <a:majorFont>
        <a:latin typeface="Bosch Office Sans"/>
        <a:ea typeface=""/>
        <a:cs typeface=""/>
      </a:majorFont>
      <a:minorFont>
        <a:latin typeface="Bosch Offic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9525" cap="flat" cmpd="sng" algn="ctr">
          <a:solidFill>
            <a:srgbClr val="3F136C"/>
          </a:solid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800" b="0" i="0" u="none" strike="noStrike" kern="0" cap="none" spc="0" normalizeH="0" baseline="0" noProof="0" dirty="0" smtClean="0">
            <a:ln>
              <a:noFill/>
            </a:ln>
            <a:solidFill>
              <a:srgbClr val="000000"/>
            </a:solidFill>
            <a:effectLst/>
            <a:uLnTx/>
            <a:uFillTx/>
            <a:latin typeface="Bosch Office Sans"/>
            <a:ea typeface="+mn-ea"/>
            <a:cs typeface="+mn-cs"/>
          </a:defRPr>
        </a:defPPr>
      </a:lstStyle>
    </a:spDef>
    <a:txDef>
      <a:spPr>
        <a:noFill/>
      </a:spPr>
      <a:bodyPr wrap="square" lIns="0" tIns="0" rIns="0" bIns="0" rtlCol="0">
        <a:noAutofit/>
      </a:bodyPr>
      <a:lstStyle>
        <a:defPPr marR="0" defTabSz="914400" eaLnBrk="1" fontAlgn="auto" latinLnBrk="0" hangingPunct="1">
          <a:lnSpc>
            <a:spcPts val="2300"/>
          </a:lnSpc>
          <a:spcBef>
            <a:spcPts val="500"/>
          </a:spcBef>
          <a:spcAft>
            <a:spcPts val="0"/>
          </a:spcAft>
          <a:buClrTx/>
          <a:buSzTx/>
          <a:buFontTx/>
          <a:buNone/>
          <a:tabLst/>
          <a:defRPr kumimoji="0" sz="1800" b="0" i="0" u="none" strike="noStrike" kern="0" cap="none" spc="0" normalizeH="0" baseline="0" noProof="0" dirty="0" smtClean="0">
            <a:ln>
              <a:noFill/>
            </a:ln>
            <a:solidFill>
              <a:srgbClr val="000000"/>
            </a:solidFill>
            <a:effectLst/>
            <a:uLnTx/>
            <a:uFillTx/>
          </a:defRPr>
        </a:defPPr>
      </a:lstStyle>
    </a:txDef>
  </a:objectDefaults>
  <a:extraClrSchemeLst/>
  <a:extLst>
    <a:ext uri="{05A4C25C-085E-4340-85A3-A5531E510DB2}">
      <thm15:themeFamily xmlns:thm15="http://schemas.microsoft.com/office/thememl/2012/main" name="DefaultBosch2016.potx" id="{9C79B100-3E8C-49C0-8475-54E7D673F8CF}" vid="{0EBFA600-AC06-4417-8FA0-E8FF3BF23FE1}"/>
    </a:ext>
  </a:extLst>
</a:theme>
</file>

<file path=docProps/app.xml><?xml version="1.0" encoding="utf-8"?>
<Properties xmlns="http://schemas.openxmlformats.org/officeDocument/2006/extended-properties" xmlns:vt="http://schemas.openxmlformats.org/officeDocument/2006/docPropsVTypes">
  <Template>DefaultBosch2016</Template>
  <TotalTime>0</TotalTime>
  <Words>2136</Words>
  <Application>Microsoft Office PowerPoint</Application>
  <PresentationFormat>Custom</PresentationFormat>
  <Paragraphs>302</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Bosch Office Sans</vt:lpstr>
      <vt:lpstr>Impact</vt:lpstr>
      <vt:lpstr>MS Mincho</vt:lpstr>
      <vt:lpstr>Times New Roman</vt:lpstr>
      <vt:lpstr>Wingdings</vt:lpstr>
      <vt:lpstr>Wingdings 3</vt:lpstr>
      <vt:lpstr>Bosch</vt:lpstr>
      <vt:lpstr>Automotive SW Testing Life Cycle </vt:lpstr>
      <vt:lpstr>Agenda</vt:lpstr>
      <vt:lpstr>SW Testing Life Cycle (ASPICE V-Model)</vt:lpstr>
      <vt:lpstr>Testing Life Cycle - Engineering</vt:lpstr>
      <vt:lpstr>PowerPoint Presentation</vt:lpstr>
      <vt:lpstr>Test Goals &amp; Strategies</vt:lpstr>
      <vt:lpstr>Test Goals &amp; Strategies - Test Levels</vt:lpstr>
      <vt:lpstr>Test Goals &amp; Strategies - Systematic Testing</vt:lpstr>
      <vt:lpstr>Test Goals &amp; Strategies - Overall Test Strategy</vt:lpstr>
      <vt:lpstr>PowerPoint Presentation</vt:lpstr>
      <vt:lpstr>Module Test</vt:lpstr>
      <vt:lpstr>Module Test</vt:lpstr>
      <vt:lpstr>Module Test</vt:lpstr>
      <vt:lpstr>PowerPoint Presentation</vt:lpstr>
      <vt:lpstr>SW Integration Test</vt:lpstr>
      <vt:lpstr>SW Integration Test - ASPICE</vt:lpstr>
      <vt:lpstr>PowerPoint Presentation</vt:lpstr>
      <vt:lpstr>System Test</vt:lpstr>
      <vt:lpstr>System Test</vt:lpstr>
      <vt:lpstr>System Test</vt:lpstr>
      <vt:lpstr>Test Incident Report</vt:lpstr>
    </vt:vector>
  </TitlesOfParts>
  <Company>BOSCH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SW Testing Life Cycle </dc:title>
  <dc:creator>Hoang Lan Huong (RBVH/ENG32)</dc:creator>
  <cp:lastModifiedBy>Hoang Lan Huong (RBVH/ENG2)</cp:lastModifiedBy>
  <cp:revision>30</cp:revision>
  <dcterms:created xsi:type="dcterms:W3CDTF">2017-08-08T10:41:14Z</dcterms:created>
  <dcterms:modified xsi:type="dcterms:W3CDTF">2017-08-09T02:27:01Z</dcterms:modified>
</cp:coreProperties>
</file>